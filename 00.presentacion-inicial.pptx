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60" r:id="rId5"/>
    <p:sldId id="261" r:id="rId6"/>
    <p:sldId id="262" r:id="rId7"/>
    <p:sldId id="259" r:id="rId8"/>
  </p:sldIdLst>
  <p:sldSz cx="12192000" cy="6858000"/>
  <p:notesSz cx="6858000" cy="9144000"/>
  <p:embeddedFontLst>
    <p:embeddedFont>
      <p:font typeface="Livvic" pitchFamily="2" charset="0"/>
      <p:regular r:id="rId10"/>
      <p:bold r:id="rId11"/>
      <p:italic r:id="rId12"/>
      <p:boldItalic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Nunito" pitchFamily="2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  <p:italic r:id="rId27"/>
    </p:embeddedFont>
    <p:embeddedFont>
      <p:font typeface="Saira" panose="020B0604020202020204" charset="0"/>
      <p:regular r:id="rId28"/>
      <p:bold r:id="rId29"/>
      <p:italic r:id="rId30"/>
      <p:boldItalic r:id="rId31"/>
    </p:embeddedFont>
    <p:embeddedFont>
      <p:font typeface="Saira SemiBold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hvwoM9eB9/dioecwqT0tewQNWU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85280-56AD-45DD-B3A8-74730863827C}" v="1" dt="2026-08-31T04:00:02.325"/>
  </p1510:revLst>
</p1510:revInfo>
</file>

<file path=ppt/tableStyles.xml><?xml version="1.0" encoding="utf-8"?>
<a:tblStyleLst xmlns:a="http://schemas.openxmlformats.org/drawingml/2006/main" def="{25A4D92F-EE95-46B2-AAA7-93A10D061BFF}">
  <a:tblStyle styleId="{25A4D92F-EE95-46B2-AAA7-93A10D061B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9" Type="http://schemas.openxmlformats.org/officeDocument/2006/relationships/theme" Target="theme/theme1.xml"/><Relationship Id="rId21" Type="http://schemas.openxmlformats.org/officeDocument/2006/relationships/font" Target="fonts/font12.fntdata"/><Relationship Id="rId34" Type="http://schemas.openxmlformats.org/officeDocument/2006/relationships/font" Target="fonts/font25.fntdata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font" Target="fonts/font2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36" Type="http://customschemas.google.com/relationships/presentationmetadata" Target="meta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font" Target="fonts/font26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font" Target="fonts/font24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custSel addSld modSld">
      <pc:chgData name="Norbey Muñoz" userId="b7e811e8891ccd42" providerId="LiveId" clId="{2482167B-ADD3-4E68-AB8B-ADE9CECE27D0}" dt="2026-09-01T01:55:26.953" v="97" actId="20577"/>
      <pc:docMkLst>
        <pc:docMk/>
      </pc:docMkLst>
      <pc:sldChg chg="modSp mod">
        <pc:chgData name="Norbey Muñoz" userId="b7e811e8891ccd42" providerId="LiveId" clId="{2482167B-ADD3-4E68-AB8B-ADE9CECE27D0}" dt="2026-09-01T01:55:26.953" v="97" actId="20577"/>
        <pc:sldMkLst>
          <pc:docMk/>
          <pc:sldMk cId="0" sldId="256"/>
        </pc:sldMkLst>
        <pc:spChg chg="mod">
          <ac:chgData name="Norbey Muñoz" userId="b7e811e8891ccd42" providerId="LiveId" clId="{2482167B-ADD3-4E68-AB8B-ADE9CECE27D0}" dt="2026-08-31T03:59:14.699" v="58" actId="20577"/>
          <ac:spMkLst>
            <pc:docMk/>
            <pc:sldMk cId="0" sldId="256"/>
            <ac:spMk id="3" creationId="{F6E5FE4C-F0A4-04D9-BDF6-552D3C5B8C83}"/>
          </ac:spMkLst>
        </pc:spChg>
        <pc:spChg chg="mod">
          <ac:chgData name="Norbey Muñoz" userId="b7e811e8891ccd42" providerId="LiveId" clId="{2482167B-ADD3-4E68-AB8B-ADE9CECE27D0}" dt="2026-09-01T01:55:26.953" v="97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8-31T04:01:11.772" v="74" actId="20577"/>
        <pc:sldMkLst>
          <pc:docMk/>
          <pc:sldMk cId="0" sldId="259"/>
        </pc:sldMkLst>
        <pc:spChg chg="mod">
          <ac:chgData name="Norbey Muñoz" userId="b7e811e8891ccd42" providerId="LiveId" clId="{2482167B-ADD3-4E68-AB8B-ADE9CECE27D0}" dt="2026-08-31T04:01:11.772" v="74" actId="20577"/>
          <ac:spMkLst>
            <pc:docMk/>
            <pc:sldMk cId="0" sldId="259"/>
            <ac:spMk id="873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8-31T04:00:20.131" v="64" actId="478"/>
        <pc:sldMkLst>
          <pc:docMk/>
          <pc:sldMk cId="0" sldId="260"/>
        </pc:sldMkLst>
        <pc:spChg chg="add del mod">
          <ac:chgData name="Norbey Muñoz" userId="b7e811e8891ccd42" providerId="LiveId" clId="{2482167B-ADD3-4E68-AB8B-ADE9CECE27D0}" dt="2026-08-31T04:00:18.789" v="63" actId="478"/>
          <ac:spMkLst>
            <pc:docMk/>
            <pc:sldMk cId="0" sldId="260"/>
            <ac:spMk id="3" creationId="{3F5D907D-DB29-C458-B88E-4C2C0CF0D734}"/>
          </ac:spMkLst>
        </pc:spChg>
        <pc:spChg chg="del">
          <ac:chgData name="Norbey Muñoz" userId="b7e811e8891ccd42" providerId="LiveId" clId="{2482167B-ADD3-4E68-AB8B-ADE9CECE27D0}" dt="2026-08-31T04:00:15.445" v="62" actId="478"/>
          <ac:spMkLst>
            <pc:docMk/>
            <pc:sldMk cId="0" sldId="260"/>
            <ac:spMk id="885" creationId="{00000000-0000-0000-0000-000000000000}"/>
          </ac:spMkLst>
        </pc:spChg>
        <pc:grpChg chg="del">
          <ac:chgData name="Norbey Muñoz" userId="b7e811e8891ccd42" providerId="LiveId" clId="{2482167B-ADD3-4E68-AB8B-ADE9CECE27D0}" dt="2026-08-31T04:00:20.131" v="64" actId="478"/>
          <ac:grpSpMkLst>
            <pc:docMk/>
            <pc:sldMk cId="0" sldId="260"/>
            <ac:grpSpMk id="903" creationId="{00000000-0000-0000-0000-000000000000}"/>
          </ac:grpSpMkLst>
        </pc:grpChg>
      </pc:sldChg>
      <pc:sldChg chg="modSp add mod">
        <pc:chgData name="Norbey Muñoz" userId="b7e811e8891ccd42" providerId="LiveId" clId="{2482167B-ADD3-4E68-AB8B-ADE9CECE27D0}" dt="2026-08-31T04:00:43.829" v="67" actId="20577"/>
        <pc:sldMkLst>
          <pc:docMk/>
          <pc:sldMk cId="3861613165" sldId="261"/>
        </pc:sldMkLst>
        <pc:spChg chg="mod">
          <ac:chgData name="Norbey Muñoz" userId="b7e811e8891ccd42" providerId="LiveId" clId="{2482167B-ADD3-4E68-AB8B-ADE9CECE27D0}" dt="2026-08-31T04:00:43.829" v="67" actId="20577"/>
          <ac:spMkLst>
            <pc:docMk/>
            <pc:sldMk cId="3861613165" sldId="261"/>
            <ac:spMk id="3" creationId="{A7D22AAA-EFD0-C1F6-02C5-747DB3A98B32}"/>
          </ac:spMkLst>
        </pc:spChg>
        <pc:spChg chg="mod">
          <ac:chgData name="Norbey Muñoz" userId="b7e811e8891ccd42" providerId="LiveId" clId="{2482167B-ADD3-4E68-AB8B-ADE9CECE27D0}" dt="2026-08-31T04:00:29.040" v="65" actId="20577"/>
          <ac:spMkLst>
            <pc:docMk/>
            <pc:sldMk cId="3861613165" sldId="261"/>
            <ac:spMk id="108" creationId="{5C30B43A-087D-E390-38D8-85D41F2DDD58}"/>
          </ac:spMkLst>
        </pc:spChg>
      </pc:sldChg>
      <pc:sldChg chg="modSp add mod">
        <pc:chgData name="Norbey Muñoz" userId="b7e811e8891ccd42" providerId="LiveId" clId="{2482167B-ADD3-4E68-AB8B-ADE9CECE27D0}" dt="2026-08-31T04:00:59.834" v="72" actId="20577"/>
        <pc:sldMkLst>
          <pc:docMk/>
          <pc:sldMk cId="1514910766" sldId="262"/>
        </pc:sldMkLst>
        <pc:spChg chg="mod">
          <ac:chgData name="Norbey Muñoz" userId="b7e811e8891ccd42" providerId="LiveId" clId="{2482167B-ADD3-4E68-AB8B-ADE9CECE27D0}" dt="2026-08-31T04:00:59.834" v="72" actId="20577"/>
          <ac:spMkLst>
            <pc:docMk/>
            <pc:sldMk cId="1514910766" sldId="262"/>
            <ac:spMk id="3" creationId="{C267E7DC-89DB-A13E-3720-6C1EFF9B4A6E}"/>
          </ac:spMkLst>
        </pc:spChg>
        <pc:spChg chg="mod">
          <ac:chgData name="Norbey Muñoz" userId="b7e811e8891ccd42" providerId="LiveId" clId="{2482167B-ADD3-4E68-AB8B-ADE9CECE27D0}" dt="2026-08-31T04:00:53.156" v="70" actId="20577"/>
          <ac:spMkLst>
            <pc:docMk/>
            <pc:sldMk cId="1514910766" sldId="262"/>
            <ac:spMk id="108" creationId="{F2ABA9BF-AA41-24AF-7819-91DA4AD6E1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8b4de9e97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8b4de9e97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18B26E5-7550-C5A1-32D0-895B3377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DA89363-3316-C99B-778D-D47CC8BC4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3F0AAD3-586B-F353-B699-7F62C51C1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661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D317C0E6-40F2-A600-A956-6F799259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067562C0-6680-BCD8-D0C8-C8B826935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79E3ACD-178E-4959-2F3D-263602435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9701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8a46fb0627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8a46fb0627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523433" y="4325600"/>
            <a:ext cx="5145200" cy="9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Roboto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115867" y="1934400"/>
            <a:ext cx="7960400" cy="23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5867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8897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950967" y="1596133"/>
            <a:ext cx="10345600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Font typeface="Livvic"/>
              <a:buAutoNum type="arabicPeriod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151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4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lt2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2"/>
          </p:nvPr>
        </p:nvSpPr>
        <p:spPr>
          <a:xfrm>
            <a:off x="1017033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"/>
          </p:nvPr>
        </p:nvSpPr>
        <p:spPr>
          <a:xfrm>
            <a:off x="1237633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3"/>
          </p:nvPr>
        </p:nvSpPr>
        <p:spPr>
          <a:xfrm>
            <a:off x="4669600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4"/>
          </p:nvPr>
        </p:nvSpPr>
        <p:spPr>
          <a:xfrm>
            <a:off x="4890184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5"/>
          </p:nvPr>
        </p:nvSpPr>
        <p:spPr>
          <a:xfrm>
            <a:off x="8322167" y="3541917"/>
            <a:ext cx="2918800" cy="4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33" b="0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6"/>
          </p:nvPr>
        </p:nvSpPr>
        <p:spPr>
          <a:xfrm>
            <a:off x="8542767" y="3950884"/>
            <a:ext cx="2477600" cy="12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3" name="Google Shape;203;p13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204" name="Google Shape;204;p13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" name="Google Shape;208;p13"/>
          <p:cNvGrpSpPr/>
          <p:nvPr/>
        </p:nvGrpSpPr>
        <p:grpSpPr>
          <a:xfrm>
            <a:off x="10058500" y="1061718"/>
            <a:ext cx="1238067" cy="132445"/>
            <a:chOff x="7596525" y="772450"/>
            <a:chExt cx="928550" cy="99334"/>
          </a:xfrm>
        </p:grpSpPr>
        <p:sp>
          <p:nvSpPr>
            <p:cNvPr id="209" name="Google Shape;209;p13"/>
            <p:cNvSpPr/>
            <p:nvPr/>
          </p:nvSpPr>
          <p:spPr>
            <a:xfrm>
              <a:off x="7596525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7775914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7864827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954087" y="772450"/>
              <a:ext cx="33863" cy="99334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8049252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812027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8408377" y="772450"/>
              <a:ext cx="33690" cy="99334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8238713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8491038" y="772450"/>
              <a:ext cx="34037" cy="99334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8109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One column text 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>
            <a:spLocks noGrp="1"/>
          </p:cNvSpPr>
          <p:nvPr>
            <p:ph type="title"/>
          </p:nvPr>
        </p:nvSpPr>
        <p:spPr>
          <a:xfrm>
            <a:off x="950967" y="1960151"/>
            <a:ext cx="5172800" cy="113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"/>
          </p:nvPr>
        </p:nvSpPr>
        <p:spPr>
          <a:xfrm>
            <a:off x="965567" y="3377833"/>
            <a:ext cx="4800000" cy="1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" name="Google Shape;221;p14"/>
          <p:cNvGrpSpPr/>
          <p:nvPr/>
        </p:nvGrpSpPr>
        <p:grpSpPr>
          <a:xfrm>
            <a:off x="950967" y="719334"/>
            <a:ext cx="1045677" cy="513796"/>
            <a:chOff x="1545800" y="3494150"/>
            <a:chExt cx="784258" cy="385347"/>
          </a:xfrm>
        </p:grpSpPr>
        <p:sp>
          <p:nvSpPr>
            <p:cNvPr id="222" name="Google Shape;222;p14"/>
            <p:cNvSpPr/>
            <p:nvPr/>
          </p:nvSpPr>
          <p:spPr>
            <a:xfrm>
              <a:off x="1545800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1697361" y="3494150"/>
              <a:ext cx="28548" cy="385347"/>
            </a:xfrm>
            <a:custGeom>
              <a:avLst/>
              <a:gdLst/>
              <a:ahLst/>
              <a:cxnLst/>
              <a:rect l="l" t="t" r="r" b="b"/>
              <a:pathLst>
                <a:path w="259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1772535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84781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928174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988247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2231406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088222" y="3494150"/>
              <a:ext cx="28769" cy="385347"/>
            </a:xfrm>
            <a:custGeom>
              <a:avLst/>
              <a:gdLst/>
              <a:ahLst/>
              <a:cxnLst/>
              <a:rect l="l" t="t" r="r" b="b"/>
              <a:pathLst>
                <a:path w="261" h="3496" extrusionOk="0">
                  <a:moveTo>
                    <a:pt x="1" y="1"/>
                  </a:moveTo>
                  <a:lnTo>
                    <a:pt x="1" y="3496"/>
                  </a:lnTo>
                  <a:lnTo>
                    <a:pt x="260" y="3496"/>
                  </a:lnTo>
                  <a:lnTo>
                    <a:pt x="260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2301399" y="3494150"/>
              <a:ext cx="28658" cy="385347"/>
            </a:xfrm>
            <a:custGeom>
              <a:avLst/>
              <a:gdLst/>
              <a:ahLst/>
              <a:cxnLst/>
              <a:rect l="l" t="t" r="r" b="b"/>
              <a:pathLst>
                <a:path w="260" h="3496" extrusionOk="0">
                  <a:moveTo>
                    <a:pt x="0" y="1"/>
                  </a:moveTo>
                  <a:lnTo>
                    <a:pt x="0" y="3496"/>
                  </a:lnTo>
                  <a:lnTo>
                    <a:pt x="259" y="3496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rgbClr val="3F8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1" name="Google Shape;231;p14"/>
          <p:cNvGrpSpPr/>
          <p:nvPr/>
        </p:nvGrpSpPr>
        <p:grpSpPr>
          <a:xfrm>
            <a:off x="-1104280" y="5927836"/>
            <a:ext cx="7620567" cy="513795"/>
            <a:chOff x="377500" y="4371675"/>
            <a:chExt cx="8388999" cy="565603"/>
          </a:xfrm>
        </p:grpSpPr>
        <p:sp>
          <p:nvSpPr>
            <p:cNvPr id="232" name="Google Shape;232;p14"/>
            <p:cNvSpPr/>
            <p:nvPr/>
          </p:nvSpPr>
          <p:spPr>
            <a:xfrm>
              <a:off x="494280" y="4637709"/>
              <a:ext cx="8234884" cy="299569"/>
            </a:xfrm>
            <a:custGeom>
              <a:avLst/>
              <a:gdLst/>
              <a:ahLst/>
              <a:cxnLst/>
              <a:rect l="l" t="t" r="r" b="b"/>
              <a:pathLst>
                <a:path w="77851" h="2832" extrusionOk="0">
                  <a:moveTo>
                    <a:pt x="73102" y="1"/>
                  </a:moveTo>
                  <a:lnTo>
                    <a:pt x="70389" y="2713"/>
                  </a:lnTo>
                  <a:lnTo>
                    <a:pt x="1" y="2713"/>
                  </a:lnTo>
                  <a:lnTo>
                    <a:pt x="1" y="2831"/>
                  </a:lnTo>
                  <a:lnTo>
                    <a:pt x="70438" y="2831"/>
                  </a:lnTo>
                  <a:lnTo>
                    <a:pt x="73152" y="118"/>
                  </a:lnTo>
                  <a:lnTo>
                    <a:pt x="77850" y="118"/>
                  </a:lnTo>
                  <a:lnTo>
                    <a:pt x="778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8691926" y="4606716"/>
              <a:ext cx="74573" cy="74469"/>
            </a:xfrm>
            <a:custGeom>
              <a:avLst/>
              <a:gdLst/>
              <a:ahLst/>
              <a:cxnLst/>
              <a:rect l="l" t="t" r="r" b="b"/>
              <a:pathLst>
                <a:path w="705" h="704" extrusionOk="0">
                  <a:moveTo>
                    <a:pt x="352" y="0"/>
                  </a:moveTo>
                  <a:cubicBezTo>
                    <a:pt x="158" y="0"/>
                    <a:pt x="0" y="158"/>
                    <a:pt x="0" y="352"/>
                  </a:cubicBezTo>
                  <a:cubicBezTo>
                    <a:pt x="0" y="547"/>
                    <a:pt x="158" y="704"/>
                    <a:pt x="352" y="704"/>
                  </a:cubicBezTo>
                  <a:cubicBezTo>
                    <a:pt x="547" y="704"/>
                    <a:pt x="704" y="547"/>
                    <a:pt x="704" y="352"/>
                  </a:cubicBezTo>
                  <a:cubicBezTo>
                    <a:pt x="704" y="158"/>
                    <a:pt x="547" y="0"/>
                    <a:pt x="3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77500" y="4404467"/>
              <a:ext cx="7868788" cy="389376"/>
            </a:xfrm>
            <a:custGeom>
              <a:avLst/>
              <a:gdLst/>
              <a:ahLst/>
              <a:cxnLst/>
              <a:rect l="l" t="t" r="r" b="b"/>
              <a:pathLst>
                <a:path w="74390" h="3681" extrusionOk="0">
                  <a:moveTo>
                    <a:pt x="74306" y="1"/>
                  </a:moveTo>
                  <a:lnTo>
                    <a:pt x="70745" y="3562"/>
                  </a:lnTo>
                  <a:lnTo>
                    <a:pt x="0" y="3562"/>
                  </a:lnTo>
                  <a:lnTo>
                    <a:pt x="0" y="3680"/>
                  </a:lnTo>
                  <a:lnTo>
                    <a:pt x="70794" y="3680"/>
                  </a:lnTo>
                  <a:lnTo>
                    <a:pt x="74390" y="85"/>
                  </a:lnTo>
                  <a:lnTo>
                    <a:pt x="74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204603" y="4371675"/>
              <a:ext cx="74573" cy="74575"/>
            </a:xfrm>
            <a:custGeom>
              <a:avLst/>
              <a:gdLst/>
              <a:ahLst/>
              <a:cxnLst/>
              <a:rect l="l" t="t" r="r" b="b"/>
              <a:pathLst>
                <a:path w="705" h="705" extrusionOk="0">
                  <a:moveTo>
                    <a:pt x="353" y="1"/>
                  </a:moveTo>
                  <a:cubicBezTo>
                    <a:pt x="159" y="1"/>
                    <a:pt x="1" y="159"/>
                    <a:pt x="1" y="353"/>
                  </a:cubicBezTo>
                  <a:cubicBezTo>
                    <a:pt x="1" y="548"/>
                    <a:pt x="159" y="705"/>
                    <a:pt x="353" y="705"/>
                  </a:cubicBezTo>
                  <a:cubicBezTo>
                    <a:pt x="547" y="705"/>
                    <a:pt x="705" y="548"/>
                    <a:pt x="705" y="353"/>
                  </a:cubicBezTo>
                  <a:cubicBezTo>
                    <a:pt x="705" y="159"/>
                    <a:pt x="547" y="1"/>
                    <a:pt x="353" y="1"/>
                  </a:cubicBezTo>
                  <a:close/>
                </a:path>
              </a:pathLst>
            </a:custGeom>
            <a:solidFill>
              <a:srgbClr val="E65C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47315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lt2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subTitle" idx="2"/>
          </p:nvPr>
        </p:nvSpPr>
        <p:spPr>
          <a:xfrm>
            <a:off x="10904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ubTitle" idx="3"/>
          </p:nvPr>
        </p:nvSpPr>
        <p:spPr>
          <a:xfrm>
            <a:off x="1730767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4"/>
          <p:cNvSpPr txBox="1">
            <a:spLocks noGrp="1"/>
          </p:cNvSpPr>
          <p:nvPr>
            <p:ph type="subTitle" idx="4"/>
          </p:nvPr>
        </p:nvSpPr>
        <p:spPr>
          <a:xfrm>
            <a:off x="10904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24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4"/>
          <p:cNvSpPr txBox="1">
            <a:spLocks noGrp="1"/>
          </p:cNvSpPr>
          <p:nvPr>
            <p:ph type="subTitle" idx="6"/>
          </p:nvPr>
        </p:nvSpPr>
        <p:spPr>
          <a:xfrm>
            <a:off x="4743800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4"/>
          <p:cNvSpPr txBox="1">
            <a:spLocks noGrp="1"/>
          </p:cNvSpPr>
          <p:nvPr>
            <p:ph type="subTitle" idx="7"/>
          </p:nvPr>
        </p:nvSpPr>
        <p:spPr>
          <a:xfrm>
            <a:off x="5318633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4"/>
          <p:cNvSpPr txBox="1">
            <a:spLocks noGrp="1"/>
          </p:cNvSpPr>
          <p:nvPr>
            <p:ph type="subTitle" idx="8"/>
          </p:nvPr>
        </p:nvSpPr>
        <p:spPr>
          <a:xfrm>
            <a:off x="4743800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4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4"/>
          <p:cNvSpPr txBox="1">
            <a:spLocks noGrp="1"/>
          </p:cNvSpPr>
          <p:nvPr>
            <p:ph type="subTitle" idx="13"/>
          </p:nvPr>
        </p:nvSpPr>
        <p:spPr>
          <a:xfrm>
            <a:off x="8452833" y="2758951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4"/>
          <p:cNvSpPr txBox="1">
            <a:spLocks noGrp="1"/>
          </p:cNvSpPr>
          <p:nvPr>
            <p:ph type="subTitle" idx="14"/>
          </p:nvPr>
        </p:nvSpPr>
        <p:spPr>
          <a:xfrm>
            <a:off x="9027764" y="4269700"/>
            <a:ext cx="1908000" cy="4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accent1"/>
                </a:solidFill>
                <a:latin typeface="Saira SemiBold"/>
                <a:ea typeface="Saira SemiBold"/>
                <a:cs typeface="Saira SemiBold"/>
                <a:sym typeface="Saira SemiBold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4"/>
          <p:cNvSpPr txBox="1">
            <a:spLocks noGrp="1"/>
          </p:cNvSpPr>
          <p:nvPr>
            <p:ph type="subTitle" idx="15"/>
          </p:nvPr>
        </p:nvSpPr>
        <p:spPr>
          <a:xfrm>
            <a:off x="8452833" y="4721149"/>
            <a:ext cx="2704400" cy="7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10338094" y="719350"/>
            <a:ext cx="958501" cy="139373"/>
            <a:chOff x="7458947" y="539500"/>
            <a:chExt cx="1013500" cy="147350"/>
          </a:xfrm>
        </p:grpSpPr>
        <p:sp>
          <p:nvSpPr>
            <p:cNvPr id="402" name="Google Shape;402;p24"/>
            <p:cNvSpPr/>
            <p:nvPr/>
          </p:nvSpPr>
          <p:spPr>
            <a:xfrm>
              <a:off x="7458947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24"/>
            <p:cNvSpPr/>
            <p:nvPr/>
          </p:nvSpPr>
          <p:spPr>
            <a:xfrm>
              <a:off x="76754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24"/>
            <p:cNvSpPr/>
            <p:nvPr/>
          </p:nvSpPr>
          <p:spPr>
            <a:xfrm>
              <a:off x="7892022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24"/>
            <p:cNvSpPr/>
            <p:nvPr/>
          </p:nvSpPr>
          <p:spPr>
            <a:xfrm>
              <a:off x="8108559" y="539500"/>
              <a:ext cx="147350" cy="14735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24"/>
            <p:cNvSpPr/>
            <p:nvPr/>
          </p:nvSpPr>
          <p:spPr>
            <a:xfrm>
              <a:off x="8325284" y="539500"/>
              <a:ext cx="147163" cy="147350"/>
            </a:xfrm>
            <a:custGeom>
              <a:avLst/>
              <a:gdLst/>
              <a:ahLst/>
              <a:cxnLst/>
              <a:rect l="l" t="t" r="r" b="b"/>
              <a:pathLst>
                <a:path w="787" h="788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07" name="Google Shape;407;p24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408" name="Google Shape;408;p24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24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77912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29"/>
          <p:cNvGrpSpPr/>
          <p:nvPr/>
        </p:nvGrpSpPr>
        <p:grpSpPr>
          <a:xfrm flipH="1">
            <a:off x="9873767" y="350267"/>
            <a:ext cx="2663533" cy="924667"/>
            <a:chOff x="6541275" y="2323925"/>
            <a:chExt cx="1997650" cy="693500"/>
          </a:xfrm>
        </p:grpSpPr>
        <p:sp>
          <p:nvSpPr>
            <p:cNvPr id="562" name="Google Shape;562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-380800" y="5629500"/>
            <a:ext cx="2663533" cy="924667"/>
            <a:chOff x="6541275" y="2323925"/>
            <a:chExt cx="1997650" cy="693500"/>
          </a:xfrm>
        </p:grpSpPr>
        <p:sp>
          <p:nvSpPr>
            <p:cNvPr id="580" name="Google Shape;580;p29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22959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0"/>
          <p:cNvGrpSpPr/>
          <p:nvPr/>
        </p:nvGrpSpPr>
        <p:grpSpPr>
          <a:xfrm rot="10800000">
            <a:off x="7258801" y="5818433"/>
            <a:ext cx="6669961" cy="690867"/>
            <a:chOff x="4612950" y="1991350"/>
            <a:chExt cx="5002471" cy="518150"/>
          </a:xfrm>
        </p:grpSpPr>
        <p:sp>
          <p:nvSpPr>
            <p:cNvPr id="599" name="Google Shape;599;p30"/>
            <p:cNvSpPr/>
            <p:nvPr/>
          </p:nvSpPr>
          <p:spPr>
            <a:xfrm>
              <a:off x="4720109" y="2234932"/>
              <a:ext cx="4861318" cy="274568"/>
            </a:xfrm>
            <a:custGeom>
              <a:avLst/>
              <a:gdLst/>
              <a:ahLst/>
              <a:cxnLst/>
              <a:rect l="l" t="t" r="r" b="b"/>
              <a:pathLst>
                <a:path w="33888" h="1914" extrusionOk="0">
                  <a:moveTo>
                    <a:pt x="30679" y="1"/>
                  </a:moveTo>
                  <a:lnTo>
                    <a:pt x="28847" y="1834"/>
                  </a:lnTo>
                  <a:lnTo>
                    <a:pt x="0" y="1834"/>
                  </a:lnTo>
                  <a:lnTo>
                    <a:pt x="0" y="1914"/>
                  </a:lnTo>
                  <a:lnTo>
                    <a:pt x="28880" y="1914"/>
                  </a:lnTo>
                  <a:lnTo>
                    <a:pt x="30713" y="81"/>
                  </a:lnTo>
                  <a:lnTo>
                    <a:pt x="33887" y="81"/>
                  </a:lnTo>
                  <a:lnTo>
                    <a:pt x="33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9547138" y="2206672"/>
              <a:ext cx="68283" cy="68283"/>
            </a:xfrm>
            <a:custGeom>
              <a:avLst/>
              <a:gdLst/>
              <a:ahLst/>
              <a:cxnLst/>
              <a:rect l="l" t="t" r="r" b="b"/>
              <a:pathLst>
                <a:path w="476" h="476" extrusionOk="0">
                  <a:moveTo>
                    <a:pt x="238" y="0"/>
                  </a:moveTo>
                  <a:cubicBezTo>
                    <a:pt x="107" y="0"/>
                    <a:pt x="1" y="107"/>
                    <a:pt x="1" y="238"/>
                  </a:cubicBezTo>
                  <a:cubicBezTo>
                    <a:pt x="1" y="370"/>
                    <a:pt x="107" y="475"/>
                    <a:pt x="238" y="475"/>
                  </a:cubicBezTo>
                  <a:cubicBezTo>
                    <a:pt x="369" y="475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4612950" y="2021332"/>
              <a:ext cx="4526070" cy="356623"/>
            </a:xfrm>
            <a:custGeom>
              <a:avLst/>
              <a:gdLst/>
              <a:ahLst/>
              <a:cxnLst/>
              <a:rect l="l" t="t" r="r" b="b"/>
              <a:pathLst>
                <a:path w="31551" h="2486" extrusionOk="0">
                  <a:moveTo>
                    <a:pt x="31494" y="1"/>
                  </a:moveTo>
                  <a:lnTo>
                    <a:pt x="29088" y="2406"/>
                  </a:lnTo>
                  <a:lnTo>
                    <a:pt x="1" y="2406"/>
                  </a:lnTo>
                  <a:lnTo>
                    <a:pt x="1" y="2486"/>
                  </a:lnTo>
                  <a:lnTo>
                    <a:pt x="29121" y="2486"/>
                  </a:lnTo>
                  <a:lnTo>
                    <a:pt x="31550" y="58"/>
                  </a:lnTo>
                  <a:lnTo>
                    <a:pt x="314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9100714" y="1991350"/>
              <a:ext cx="68283" cy="68427"/>
            </a:xfrm>
            <a:custGeom>
              <a:avLst/>
              <a:gdLst/>
              <a:ahLst/>
              <a:cxnLst/>
              <a:rect l="l" t="t" r="r" b="b"/>
              <a:pathLst>
                <a:path w="476" h="477" extrusionOk="0"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cubicBezTo>
                    <a:pt x="0" y="370"/>
                    <a:pt x="107" y="476"/>
                    <a:pt x="238" y="476"/>
                  </a:cubicBezTo>
                  <a:cubicBezTo>
                    <a:pt x="369" y="476"/>
                    <a:pt x="476" y="370"/>
                    <a:pt x="476" y="238"/>
                  </a:cubicBezTo>
                  <a:cubicBezTo>
                    <a:pt x="476" y="107"/>
                    <a:pt x="369" y="0"/>
                    <a:pt x="2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988506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31"/>
          <p:cNvGrpSpPr/>
          <p:nvPr/>
        </p:nvGrpSpPr>
        <p:grpSpPr>
          <a:xfrm>
            <a:off x="-329920" y="5738178"/>
            <a:ext cx="3129024" cy="882092"/>
            <a:chOff x="4583450" y="1155225"/>
            <a:chExt cx="394375" cy="111175"/>
          </a:xfrm>
        </p:grpSpPr>
        <p:sp>
          <p:nvSpPr>
            <p:cNvPr id="605" name="Google Shape;605;p31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29080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32"/>
          <p:cNvGrpSpPr/>
          <p:nvPr/>
        </p:nvGrpSpPr>
        <p:grpSpPr>
          <a:xfrm rot="10800000" flipH="1">
            <a:off x="-266483" y="599789"/>
            <a:ext cx="3737188" cy="2511592"/>
            <a:chOff x="4583450" y="1118650"/>
            <a:chExt cx="844575" cy="567600"/>
          </a:xfrm>
        </p:grpSpPr>
        <p:sp>
          <p:nvSpPr>
            <p:cNvPr id="611" name="Google Shape;611;p32"/>
            <p:cNvSpPr/>
            <p:nvPr/>
          </p:nvSpPr>
          <p:spPr>
            <a:xfrm>
              <a:off x="4648675" y="1183350"/>
              <a:ext cx="565225" cy="302300"/>
            </a:xfrm>
            <a:custGeom>
              <a:avLst/>
              <a:gdLst/>
              <a:ahLst/>
              <a:cxnLst/>
              <a:rect l="l" t="t" r="r" b="b"/>
              <a:pathLst>
                <a:path w="22609" h="12092" extrusionOk="0">
                  <a:moveTo>
                    <a:pt x="21237" y="0"/>
                  </a:moveTo>
                  <a:lnTo>
                    <a:pt x="16774" y="4464"/>
                  </a:lnTo>
                  <a:lnTo>
                    <a:pt x="13175" y="4464"/>
                  </a:lnTo>
                  <a:lnTo>
                    <a:pt x="5786" y="11852"/>
                  </a:lnTo>
                  <a:lnTo>
                    <a:pt x="3809" y="11852"/>
                  </a:lnTo>
                  <a:lnTo>
                    <a:pt x="2291" y="10335"/>
                  </a:lnTo>
                  <a:lnTo>
                    <a:pt x="1" y="10335"/>
                  </a:lnTo>
                  <a:lnTo>
                    <a:pt x="1" y="10574"/>
                  </a:lnTo>
                  <a:lnTo>
                    <a:pt x="2192" y="10574"/>
                  </a:lnTo>
                  <a:lnTo>
                    <a:pt x="3710" y="12092"/>
                  </a:lnTo>
                  <a:lnTo>
                    <a:pt x="5886" y="12092"/>
                  </a:lnTo>
                  <a:lnTo>
                    <a:pt x="13273" y="4703"/>
                  </a:lnTo>
                  <a:lnTo>
                    <a:pt x="16873" y="4703"/>
                  </a:lnTo>
                  <a:lnTo>
                    <a:pt x="21336" y="241"/>
                  </a:lnTo>
                  <a:lnTo>
                    <a:pt x="22609" y="241"/>
                  </a:lnTo>
                  <a:lnTo>
                    <a:pt x="226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2" name="Google Shape;612;p32"/>
            <p:cNvSpPr/>
            <p:nvPr/>
          </p:nvSpPr>
          <p:spPr>
            <a:xfrm>
              <a:off x="4648675" y="1425725"/>
              <a:ext cx="529925" cy="187725"/>
            </a:xfrm>
            <a:custGeom>
              <a:avLst/>
              <a:gdLst/>
              <a:ahLst/>
              <a:cxnLst/>
              <a:rect l="l" t="t" r="r" b="b"/>
              <a:pathLst>
                <a:path w="21197" h="7509" extrusionOk="0">
                  <a:moveTo>
                    <a:pt x="16250" y="1"/>
                  </a:moveTo>
                  <a:lnTo>
                    <a:pt x="14812" y="1439"/>
                  </a:lnTo>
                  <a:lnTo>
                    <a:pt x="11617" y="1439"/>
                  </a:lnTo>
                  <a:lnTo>
                    <a:pt x="5786" y="7270"/>
                  </a:lnTo>
                  <a:lnTo>
                    <a:pt x="1" y="7270"/>
                  </a:lnTo>
                  <a:lnTo>
                    <a:pt x="1" y="7509"/>
                  </a:lnTo>
                  <a:lnTo>
                    <a:pt x="5886" y="7509"/>
                  </a:lnTo>
                  <a:lnTo>
                    <a:pt x="11717" y="1678"/>
                  </a:lnTo>
                  <a:lnTo>
                    <a:pt x="14911" y="1678"/>
                  </a:lnTo>
                  <a:lnTo>
                    <a:pt x="16349" y="240"/>
                  </a:lnTo>
                  <a:lnTo>
                    <a:pt x="19524" y="240"/>
                  </a:lnTo>
                  <a:lnTo>
                    <a:pt x="21027" y="1743"/>
                  </a:lnTo>
                  <a:lnTo>
                    <a:pt x="21196" y="1573"/>
                  </a:lnTo>
                  <a:lnTo>
                    <a:pt x="196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3" name="Google Shape;613;p32"/>
            <p:cNvSpPr/>
            <p:nvPr/>
          </p:nvSpPr>
          <p:spPr>
            <a:xfrm>
              <a:off x="5169475" y="1461825"/>
              <a:ext cx="29350" cy="29375"/>
            </a:xfrm>
            <a:custGeom>
              <a:avLst/>
              <a:gdLst/>
              <a:ahLst/>
              <a:cxnLst/>
              <a:rect l="l" t="t" r="r" b="b"/>
              <a:pathLst>
                <a:path w="1174" h="1175" extrusionOk="0">
                  <a:moveTo>
                    <a:pt x="587" y="240"/>
                  </a:moveTo>
                  <a:cubicBezTo>
                    <a:pt x="778" y="240"/>
                    <a:pt x="934" y="396"/>
                    <a:pt x="934" y="588"/>
                  </a:cubicBezTo>
                  <a:cubicBezTo>
                    <a:pt x="934" y="779"/>
                    <a:pt x="778" y="935"/>
                    <a:pt x="587" y="935"/>
                  </a:cubicBezTo>
                  <a:cubicBezTo>
                    <a:pt x="396" y="935"/>
                    <a:pt x="239" y="779"/>
                    <a:pt x="239" y="588"/>
                  </a:cubicBezTo>
                  <a:cubicBezTo>
                    <a:pt x="239" y="396"/>
                    <a:pt x="396" y="240"/>
                    <a:pt x="587" y="240"/>
                  </a:cubicBezTo>
                  <a:close/>
                  <a:moveTo>
                    <a:pt x="587" y="1"/>
                  </a:moveTo>
                  <a:cubicBezTo>
                    <a:pt x="263" y="1"/>
                    <a:pt x="0" y="264"/>
                    <a:pt x="0" y="588"/>
                  </a:cubicBezTo>
                  <a:cubicBezTo>
                    <a:pt x="0" y="912"/>
                    <a:pt x="263" y="1174"/>
                    <a:pt x="587" y="1174"/>
                  </a:cubicBezTo>
                  <a:cubicBezTo>
                    <a:pt x="910" y="1174"/>
                    <a:pt x="1174" y="912"/>
                    <a:pt x="1174" y="588"/>
                  </a:cubicBezTo>
                  <a:cubicBezTo>
                    <a:pt x="1174" y="264"/>
                    <a:pt x="910" y="1"/>
                    <a:pt x="5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4" name="Google Shape;614;p32"/>
            <p:cNvSpPr/>
            <p:nvPr/>
          </p:nvSpPr>
          <p:spPr>
            <a:xfrm>
              <a:off x="4648675" y="1310925"/>
              <a:ext cx="770650" cy="346450"/>
            </a:xfrm>
            <a:custGeom>
              <a:avLst/>
              <a:gdLst/>
              <a:ahLst/>
              <a:cxnLst/>
              <a:rect l="l" t="t" r="r" b="b"/>
              <a:pathLst>
                <a:path w="30826" h="13858" extrusionOk="0">
                  <a:moveTo>
                    <a:pt x="30587" y="0"/>
                  </a:moveTo>
                  <a:lnTo>
                    <a:pt x="30587" y="2296"/>
                  </a:lnTo>
                  <a:lnTo>
                    <a:pt x="28550" y="4333"/>
                  </a:lnTo>
                  <a:lnTo>
                    <a:pt x="26453" y="4333"/>
                  </a:lnTo>
                  <a:lnTo>
                    <a:pt x="23038" y="7747"/>
                  </a:lnTo>
                  <a:lnTo>
                    <a:pt x="12615" y="7747"/>
                  </a:lnTo>
                  <a:lnTo>
                    <a:pt x="6745" y="13618"/>
                  </a:lnTo>
                  <a:lnTo>
                    <a:pt x="1" y="13618"/>
                  </a:lnTo>
                  <a:lnTo>
                    <a:pt x="1" y="13858"/>
                  </a:lnTo>
                  <a:lnTo>
                    <a:pt x="6844" y="13858"/>
                  </a:lnTo>
                  <a:lnTo>
                    <a:pt x="12715" y="7987"/>
                  </a:lnTo>
                  <a:lnTo>
                    <a:pt x="23138" y="7987"/>
                  </a:lnTo>
                  <a:lnTo>
                    <a:pt x="26553" y="4573"/>
                  </a:lnTo>
                  <a:lnTo>
                    <a:pt x="28649" y="4573"/>
                  </a:lnTo>
                  <a:lnTo>
                    <a:pt x="30826" y="2396"/>
                  </a:lnTo>
                  <a:lnTo>
                    <a:pt x="308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5" name="Google Shape;615;p32"/>
            <p:cNvSpPr/>
            <p:nvPr/>
          </p:nvSpPr>
          <p:spPr>
            <a:xfrm>
              <a:off x="4648675" y="1272475"/>
              <a:ext cx="579225" cy="299050"/>
            </a:xfrm>
            <a:custGeom>
              <a:avLst/>
              <a:gdLst/>
              <a:ahLst/>
              <a:cxnLst/>
              <a:rect l="l" t="t" r="r" b="b"/>
              <a:pathLst>
                <a:path w="23169" h="11962" extrusionOk="0">
                  <a:moveTo>
                    <a:pt x="20264" y="0"/>
                  </a:moveTo>
                  <a:lnTo>
                    <a:pt x="17367" y="2896"/>
                  </a:lnTo>
                  <a:lnTo>
                    <a:pt x="13733" y="2896"/>
                  </a:lnTo>
                  <a:lnTo>
                    <a:pt x="4908" y="11721"/>
                  </a:lnTo>
                  <a:lnTo>
                    <a:pt x="1" y="11721"/>
                  </a:lnTo>
                  <a:lnTo>
                    <a:pt x="1" y="11962"/>
                  </a:lnTo>
                  <a:lnTo>
                    <a:pt x="5007" y="11962"/>
                  </a:lnTo>
                  <a:lnTo>
                    <a:pt x="13833" y="3135"/>
                  </a:lnTo>
                  <a:lnTo>
                    <a:pt x="17467" y="3135"/>
                  </a:lnTo>
                  <a:lnTo>
                    <a:pt x="20362" y="240"/>
                  </a:lnTo>
                  <a:lnTo>
                    <a:pt x="23169" y="240"/>
                  </a:lnTo>
                  <a:lnTo>
                    <a:pt x="23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6" name="Google Shape;616;p32"/>
            <p:cNvSpPr/>
            <p:nvPr/>
          </p:nvSpPr>
          <p:spPr>
            <a:xfrm>
              <a:off x="5072275" y="133447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1"/>
                    <a:pt x="0" y="468"/>
                  </a:cubicBezTo>
                  <a:cubicBezTo>
                    <a:pt x="0" y="727"/>
                    <a:pt x="210" y="935"/>
                    <a:pt x="467" y="935"/>
                  </a:cubicBezTo>
                  <a:cubicBezTo>
                    <a:pt x="725" y="935"/>
                    <a:pt x="934" y="727"/>
                    <a:pt x="934" y="468"/>
                  </a:cubicBezTo>
                  <a:cubicBezTo>
                    <a:pt x="934" y="211"/>
                    <a:pt x="725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7" name="Google Shape;617;p32"/>
            <p:cNvSpPr/>
            <p:nvPr/>
          </p:nvSpPr>
          <p:spPr>
            <a:xfrm>
              <a:off x="5404650" y="1299225"/>
              <a:ext cx="23375" cy="23400"/>
            </a:xfrm>
            <a:custGeom>
              <a:avLst/>
              <a:gdLst/>
              <a:ahLst/>
              <a:cxnLst/>
              <a:rect l="l" t="t" r="r" b="b"/>
              <a:pathLst>
                <a:path w="935" h="936" extrusionOk="0">
                  <a:moveTo>
                    <a:pt x="467" y="1"/>
                  </a:moveTo>
                  <a:cubicBezTo>
                    <a:pt x="210" y="1"/>
                    <a:pt x="0" y="210"/>
                    <a:pt x="0" y="468"/>
                  </a:cubicBezTo>
                  <a:cubicBezTo>
                    <a:pt x="0" y="726"/>
                    <a:pt x="210" y="935"/>
                    <a:pt x="467" y="935"/>
                  </a:cubicBezTo>
                  <a:cubicBezTo>
                    <a:pt x="726" y="935"/>
                    <a:pt x="934" y="726"/>
                    <a:pt x="934" y="468"/>
                  </a:cubicBezTo>
                  <a:cubicBezTo>
                    <a:pt x="934" y="210"/>
                    <a:pt x="726" y="1"/>
                    <a:pt x="4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4912575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4941500" y="1640025"/>
              <a:ext cx="19725" cy="19675"/>
            </a:xfrm>
            <a:custGeom>
              <a:avLst/>
              <a:gdLst/>
              <a:ahLst/>
              <a:cxnLst/>
              <a:rect l="l" t="t" r="r" b="b"/>
              <a:pathLst>
                <a:path w="789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9" y="787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497047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1" y="0"/>
                  </a:moveTo>
                  <a:lnTo>
                    <a:pt x="1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1" name="Google Shape;621;p32"/>
            <p:cNvSpPr/>
            <p:nvPr/>
          </p:nvSpPr>
          <p:spPr>
            <a:xfrm>
              <a:off x="4999425" y="1640025"/>
              <a:ext cx="19700" cy="19675"/>
            </a:xfrm>
            <a:custGeom>
              <a:avLst/>
              <a:gdLst/>
              <a:ahLst/>
              <a:cxnLst/>
              <a:rect l="l" t="t" r="r" b="b"/>
              <a:pathLst>
                <a:path w="788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2" name="Google Shape;622;p32"/>
            <p:cNvSpPr/>
            <p:nvPr/>
          </p:nvSpPr>
          <p:spPr>
            <a:xfrm>
              <a:off x="5028400" y="1640025"/>
              <a:ext cx="19675" cy="19675"/>
            </a:xfrm>
            <a:custGeom>
              <a:avLst/>
              <a:gdLst/>
              <a:ahLst/>
              <a:cxnLst/>
              <a:rect l="l" t="t" r="r" b="b"/>
              <a:pathLst>
                <a:path w="787" h="787" extrusionOk="0">
                  <a:moveTo>
                    <a:pt x="0" y="0"/>
                  </a:moveTo>
                  <a:lnTo>
                    <a:pt x="0" y="787"/>
                  </a:lnTo>
                  <a:lnTo>
                    <a:pt x="787" y="787"/>
                  </a:lnTo>
                  <a:lnTo>
                    <a:pt x="7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4677900" y="1396850"/>
              <a:ext cx="19675" cy="19725"/>
            </a:xfrm>
            <a:custGeom>
              <a:avLst/>
              <a:gdLst/>
              <a:ahLst/>
              <a:cxnLst/>
              <a:rect l="l" t="t" r="r" b="b"/>
              <a:pathLst>
                <a:path w="787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4706825" y="1396850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32"/>
            <p:cNvSpPr/>
            <p:nvPr/>
          </p:nvSpPr>
          <p:spPr>
            <a:xfrm>
              <a:off x="47358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7" y="788"/>
                  </a:lnTo>
                  <a:lnTo>
                    <a:pt x="7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6" name="Google Shape;626;p32"/>
            <p:cNvSpPr/>
            <p:nvPr/>
          </p:nvSpPr>
          <p:spPr>
            <a:xfrm>
              <a:off x="476475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0" y="1"/>
                  </a:moveTo>
                  <a:lnTo>
                    <a:pt x="0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4793700" y="1396850"/>
              <a:ext cx="19700" cy="19725"/>
            </a:xfrm>
            <a:custGeom>
              <a:avLst/>
              <a:gdLst/>
              <a:ahLst/>
              <a:cxnLst/>
              <a:rect l="l" t="t" r="r" b="b"/>
              <a:pathLst>
                <a:path w="788" h="789" extrusionOk="0">
                  <a:moveTo>
                    <a:pt x="1" y="1"/>
                  </a:moveTo>
                  <a:lnTo>
                    <a:pt x="1" y="788"/>
                  </a:lnTo>
                  <a:lnTo>
                    <a:pt x="788" y="788"/>
                  </a:lnTo>
                  <a:lnTo>
                    <a:pt x="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466502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4684975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46949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47048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47154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472332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0" y="2031"/>
                  </a:lnTo>
                  <a:lnTo>
                    <a:pt x="1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32"/>
            <p:cNvSpPr/>
            <p:nvPr/>
          </p:nvSpPr>
          <p:spPr>
            <a:xfrm>
              <a:off x="4755350" y="1500600"/>
              <a:ext cx="3800" cy="50775"/>
            </a:xfrm>
            <a:custGeom>
              <a:avLst/>
              <a:gdLst/>
              <a:ahLst/>
              <a:cxnLst/>
              <a:rect l="l" t="t" r="r" b="b"/>
              <a:pathLst>
                <a:path w="152" h="2031" extrusionOk="0">
                  <a:moveTo>
                    <a:pt x="1" y="1"/>
                  </a:moveTo>
                  <a:lnTo>
                    <a:pt x="1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32"/>
            <p:cNvSpPr/>
            <p:nvPr/>
          </p:nvSpPr>
          <p:spPr>
            <a:xfrm>
              <a:off x="4736500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4764575" y="1500600"/>
              <a:ext cx="3775" cy="50775"/>
            </a:xfrm>
            <a:custGeom>
              <a:avLst/>
              <a:gdLst/>
              <a:ahLst/>
              <a:cxnLst/>
              <a:rect l="l" t="t" r="r" b="b"/>
              <a:pathLst>
                <a:path w="151" h="2031" extrusionOk="0">
                  <a:moveTo>
                    <a:pt x="0" y="1"/>
                  </a:moveTo>
                  <a:lnTo>
                    <a:pt x="0" y="2031"/>
                  </a:lnTo>
                  <a:lnTo>
                    <a:pt x="151" y="2031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4810525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483635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484915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4862000" y="1175150"/>
              <a:ext cx="4875" cy="1430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48757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488592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4927400" y="1175150"/>
              <a:ext cx="4850" cy="1430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4902975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4939300" y="1175150"/>
              <a:ext cx="4900" cy="1430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4998925" y="1201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4982225" y="12197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32"/>
            <p:cNvSpPr/>
            <p:nvPr/>
          </p:nvSpPr>
          <p:spPr>
            <a:xfrm>
              <a:off x="4967700" y="1237975"/>
              <a:ext cx="10125" cy="10150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32"/>
            <p:cNvSpPr/>
            <p:nvPr/>
          </p:nvSpPr>
          <p:spPr>
            <a:xfrm>
              <a:off x="4948825" y="1256275"/>
              <a:ext cx="10100" cy="10125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32"/>
            <p:cNvSpPr/>
            <p:nvPr/>
          </p:nvSpPr>
          <p:spPr>
            <a:xfrm>
              <a:off x="467995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3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32"/>
            <p:cNvSpPr/>
            <p:nvPr/>
          </p:nvSpPr>
          <p:spPr>
            <a:xfrm>
              <a:off x="4698775" y="1283375"/>
              <a:ext cx="12125" cy="12150"/>
            </a:xfrm>
            <a:custGeom>
              <a:avLst/>
              <a:gdLst/>
              <a:ahLst/>
              <a:cxnLst/>
              <a:rect l="l" t="t" r="r" b="b"/>
              <a:pathLst>
                <a:path w="485" h="486" extrusionOk="0">
                  <a:moveTo>
                    <a:pt x="243" y="81"/>
                  </a:moveTo>
                  <a:cubicBezTo>
                    <a:pt x="332" y="81"/>
                    <a:pt x="404" y="154"/>
                    <a:pt x="404" y="244"/>
                  </a:cubicBezTo>
                  <a:cubicBezTo>
                    <a:pt x="404" y="333"/>
                    <a:pt x="332" y="405"/>
                    <a:pt x="243" y="405"/>
                  </a:cubicBezTo>
                  <a:cubicBezTo>
                    <a:pt x="153" y="405"/>
                    <a:pt x="80" y="333"/>
                    <a:pt x="80" y="244"/>
                  </a:cubicBezTo>
                  <a:cubicBezTo>
                    <a:pt x="80" y="154"/>
                    <a:pt x="153" y="81"/>
                    <a:pt x="243" y="81"/>
                  </a:cubicBezTo>
                  <a:close/>
                  <a:moveTo>
                    <a:pt x="243" y="1"/>
                  </a:moveTo>
                  <a:cubicBezTo>
                    <a:pt x="109" y="1"/>
                    <a:pt x="1" y="110"/>
                    <a:pt x="1" y="244"/>
                  </a:cubicBezTo>
                  <a:cubicBezTo>
                    <a:pt x="1" y="376"/>
                    <a:pt x="109" y="486"/>
                    <a:pt x="243" y="486"/>
                  </a:cubicBezTo>
                  <a:cubicBezTo>
                    <a:pt x="376" y="486"/>
                    <a:pt x="484" y="376"/>
                    <a:pt x="484" y="244"/>
                  </a:cubicBezTo>
                  <a:cubicBezTo>
                    <a:pt x="484" y="110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32"/>
            <p:cNvSpPr/>
            <p:nvPr/>
          </p:nvSpPr>
          <p:spPr>
            <a:xfrm>
              <a:off x="4719600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1" y="91"/>
                    <a:pt x="1" y="203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5" y="314"/>
                    <a:pt x="405" y="203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32"/>
            <p:cNvSpPr/>
            <p:nvPr/>
          </p:nvSpPr>
          <p:spPr>
            <a:xfrm>
              <a:off x="473942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3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3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32"/>
            <p:cNvSpPr/>
            <p:nvPr/>
          </p:nvSpPr>
          <p:spPr>
            <a:xfrm>
              <a:off x="4759275" y="128440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3"/>
                  </a:cubicBezTo>
                  <a:cubicBezTo>
                    <a:pt x="0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3"/>
                  </a:cubicBezTo>
                  <a:cubicBezTo>
                    <a:pt x="404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32"/>
            <p:cNvSpPr/>
            <p:nvPr/>
          </p:nvSpPr>
          <p:spPr>
            <a:xfrm>
              <a:off x="4779075" y="128440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4" y="0"/>
                  </a:moveTo>
                  <a:cubicBezTo>
                    <a:pt x="92" y="0"/>
                    <a:pt x="1" y="91"/>
                    <a:pt x="1" y="203"/>
                  </a:cubicBezTo>
                  <a:cubicBezTo>
                    <a:pt x="1" y="314"/>
                    <a:pt x="92" y="404"/>
                    <a:pt x="204" y="404"/>
                  </a:cubicBezTo>
                  <a:cubicBezTo>
                    <a:pt x="315" y="404"/>
                    <a:pt x="405" y="314"/>
                    <a:pt x="405" y="203"/>
                  </a:cubicBezTo>
                  <a:cubicBezTo>
                    <a:pt x="405" y="91"/>
                    <a:pt x="315" y="0"/>
                    <a:pt x="2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32"/>
            <p:cNvSpPr/>
            <p:nvPr/>
          </p:nvSpPr>
          <p:spPr>
            <a:xfrm>
              <a:off x="4964475" y="1401650"/>
              <a:ext cx="10125" cy="10125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32"/>
            <p:cNvSpPr/>
            <p:nvPr/>
          </p:nvSpPr>
          <p:spPr>
            <a:xfrm>
              <a:off x="4983300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32"/>
            <p:cNvSpPr/>
            <p:nvPr/>
          </p:nvSpPr>
          <p:spPr>
            <a:xfrm>
              <a:off x="5004125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1" y="1"/>
                    <a:pt x="1" y="91"/>
                    <a:pt x="1" y="202"/>
                  </a:cubicBezTo>
                  <a:cubicBezTo>
                    <a:pt x="1" y="314"/>
                    <a:pt x="91" y="405"/>
                    <a:pt x="203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32"/>
            <p:cNvSpPr/>
            <p:nvPr/>
          </p:nvSpPr>
          <p:spPr>
            <a:xfrm>
              <a:off x="5023950" y="1401650"/>
              <a:ext cx="10150" cy="10125"/>
            </a:xfrm>
            <a:custGeom>
              <a:avLst/>
              <a:gdLst/>
              <a:ahLst/>
              <a:cxnLst/>
              <a:rect l="l" t="t" r="r" b="b"/>
              <a:pathLst>
                <a:path w="406" h="405" extrusionOk="0">
                  <a:moveTo>
                    <a:pt x="203" y="1"/>
                  </a:moveTo>
                  <a:cubicBezTo>
                    <a:pt x="92" y="1"/>
                    <a:pt x="1" y="91"/>
                    <a:pt x="1" y="202"/>
                  </a:cubicBezTo>
                  <a:cubicBezTo>
                    <a:pt x="1" y="314"/>
                    <a:pt x="92" y="405"/>
                    <a:pt x="203" y="405"/>
                  </a:cubicBezTo>
                  <a:cubicBezTo>
                    <a:pt x="315" y="405"/>
                    <a:pt x="405" y="314"/>
                    <a:pt x="405" y="202"/>
                  </a:cubicBezTo>
                  <a:cubicBezTo>
                    <a:pt x="405" y="91"/>
                    <a:pt x="315" y="1"/>
                    <a:pt x="2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32"/>
            <p:cNvSpPr/>
            <p:nvPr/>
          </p:nvSpPr>
          <p:spPr>
            <a:xfrm>
              <a:off x="5042800" y="1400650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1"/>
                  </a:moveTo>
                  <a:cubicBezTo>
                    <a:pt x="332" y="81"/>
                    <a:pt x="405" y="153"/>
                    <a:pt x="405" y="242"/>
                  </a:cubicBezTo>
                  <a:cubicBezTo>
                    <a:pt x="405" y="332"/>
                    <a:pt x="332" y="405"/>
                    <a:pt x="242" y="405"/>
                  </a:cubicBezTo>
                  <a:cubicBezTo>
                    <a:pt x="153" y="405"/>
                    <a:pt x="81" y="332"/>
                    <a:pt x="81" y="242"/>
                  </a:cubicBezTo>
                  <a:cubicBezTo>
                    <a:pt x="81" y="153"/>
                    <a:pt x="153" y="81"/>
                    <a:pt x="242" y="81"/>
                  </a:cubicBezTo>
                  <a:close/>
                  <a:moveTo>
                    <a:pt x="242" y="0"/>
                  </a:moveTo>
                  <a:cubicBezTo>
                    <a:pt x="109" y="0"/>
                    <a:pt x="0" y="109"/>
                    <a:pt x="0" y="242"/>
                  </a:cubicBezTo>
                  <a:cubicBezTo>
                    <a:pt x="0" y="376"/>
                    <a:pt x="109" y="484"/>
                    <a:pt x="242" y="484"/>
                  </a:cubicBezTo>
                  <a:cubicBezTo>
                    <a:pt x="376" y="484"/>
                    <a:pt x="484" y="376"/>
                    <a:pt x="484" y="242"/>
                  </a:cubicBezTo>
                  <a:cubicBezTo>
                    <a:pt x="484" y="109"/>
                    <a:pt x="376" y="0"/>
                    <a:pt x="2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32"/>
            <p:cNvSpPr/>
            <p:nvPr/>
          </p:nvSpPr>
          <p:spPr>
            <a:xfrm>
              <a:off x="5062625" y="1400650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1"/>
                  </a:moveTo>
                  <a:cubicBezTo>
                    <a:pt x="332" y="81"/>
                    <a:pt x="404" y="153"/>
                    <a:pt x="404" y="242"/>
                  </a:cubicBezTo>
                  <a:cubicBezTo>
                    <a:pt x="404" y="332"/>
                    <a:pt x="332" y="405"/>
                    <a:pt x="243" y="405"/>
                  </a:cubicBezTo>
                  <a:cubicBezTo>
                    <a:pt x="153" y="405"/>
                    <a:pt x="80" y="332"/>
                    <a:pt x="80" y="242"/>
                  </a:cubicBezTo>
                  <a:cubicBezTo>
                    <a:pt x="80" y="153"/>
                    <a:pt x="153" y="81"/>
                    <a:pt x="243" y="81"/>
                  </a:cubicBezTo>
                  <a:close/>
                  <a:moveTo>
                    <a:pt x="243" y="0"/>
                  </a:moveTo>
                  <a:cubicBezTo>
                    <a:pt x="109" y="0"/>
                    <a:pt x="1" y="109"/>
                    <a:pt x="1" y="242"/>
                  </a:cubicBezTo>
                  <a:cubicBezTo>
                    <a:pt x="1" y="376"/>
                    <a:pt x="109" y="484"/>
                    <a:pt x="243" y="484"/>
                  </a:cubicBezTo>
                  <a:cubicBezTo>
                    <a:pt x="376" y="484"/>
                    <a:pt x="485" y="376"/>
                    <a:pt x="485" y="242"/>
                  </a:cubicBezTo>
                  <a:cubicBezTo>
                    <a:pt x="485" y="109"/>
                    <a:pt x="376" y="0"/>
                    <a:pt x="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32"/>
            <p:cNvSpPr/>
            <p:nvPr/>
          </p:nvSpPr>
          <p:spPr>
            <a:xfrm>
              <a:off x="47390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3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3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0"/>
                    <a:pt x="314" y="0"/>
                    <a:pt x="2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32"/>
            <p:cNvSpPr/>
            <p:nvPr/>
          </p:nvSpPr>
          <p:spPr>
            <a:xfrm>
              <a:off x="4757925" y="1674125"/>
              <a:ext cx="12100" cy="12125"/>
            </a:xfrm>
            <a:custGeom>
              <a:avLst/>
              <a:gdLst/>
              <a:ahLst/>
              <a:cxnLst/>
              <a:rect l="l" t="t" r="r" b="b"/>
              <a:pathLst>
                <a:path w="484" h="485" extrusionOk="0">
                  <a:moveTo>
                    <a:pt x="242" y="80"/>
                  </a:moveTo>
                  <a:cubicBezTo>
                    <a:pt x="331" y="80"/>
                    <a:pt x="404" y="154"/>
                    <a:pt x="404" y="243"/>
                  </a:cubicBezTo>
                  <a:cubicBezTo>
                    <a:pt x="404" y="332"/>
                    <a:pt x="331" y="405"/>
                    <a:pt x="242" y="405"/>
                  </a:cubicBezTo>
                  <a:cubicBezTo>
                    <a:pt x="153" y="405"/>
                    <a:pt x="79" y="332"/>
                    <a:pt x="79" y="243"/>
                  </a:cubicBezTo>
                  <a:cubicBezTo>
                    <a:pt x="79" y="154"/>
                    <a:pt x="153" y="80"/>
                    <a:pt x="242" y="80"/>
                  </a:cubicBezTo>
                  <a:close/>
                  <a:moveTo>
                    <a:pt x="242" y="1"/>
                  </a:moveTo>
                  <a:cubicBezTo>
                    <a:pt x="108" y="1"/>
                    <a:pt x="0" y="109"/>
                    <a:pt x="0" y="243"/>
                  </a:cubicBezTo>
                  <a:cubicBezTo>
                    <a:pt x="0" y="376"/>
                    <a:pt x="108" y="485"/>
                    <a:pt x="242" y="485"/>
                  </a:cubicBezTo>
                  <a:cubicBezTo>
                    <a:pt x="375" y="485"/>
                    <a:pt x="484" y="376"/>
                    <a:pt x="484" y="243"/>
                  </a:cubicBezTo>
                  <a:cubicBezTo>
                    <a:pt x="484" y="109"/>
                    <a:pt x="375" y="1"/>
                    <a:pt x="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32"/>
            <p:cNvSpPr/>
            <p:nvPr/>
          </p:nvSpPr>
          <p:spPr>
            <a:xfrm>
              <a:off x="4777725" y="1674125"/>
              <a:ext cx="12150" cy="12125"/>
            </a:xfrm>
            <a:custGeom>
              <a:avLst/>
              <a:gdLst/>
              <a:ahLst/>
              <a:cxnLst/>
              <a:rect l="l" t="t" r="r" b="b"/>
              <a:pathLst>
                <a:path w="486" h="485" extrusionOk="0">
                  <a:moveTo>
                    <a:pt x="244" y="80"/>
                  </a:moveTo>
                  <a:cubicBezTo>
                    <a:pt x="333" y="80"/>
                    <a:pt x="405" y="154"/>
                    <a:pt x="405" y="243"/>
                  </a:cubicBezTo>
                  <a:cubicBezTo>
                    <a:pt x="405" y="332"/>
                    <a:pt x="333" y="405"/>
                    <a:pt x="244" y="405"/>
                  </a:cubicBezTo>
                  <a:cubicBezTo>
                    <a:pt x="154" y="405"/>
                    <a:pt x="81" y="332"/>
                    <a:pt x="81" y="243"/>
                  </a:cubicBezTo>
                  <a:cubicBezTo>
                    <a:pt x="81" y="154"/>
                    <a:pt x="154" y="80"/>
                    <a:pt x="244" y="80"/>
                  </a:cubicBezTo>
                  <a:close/>
                  <a:moveTo>
                    <a:pt x="244" y="1"/>
                  </a:moveTo>
                  <a:cubicBezTo>
                    <a:pt x="110" y="1"/>
                    <a:pt x="1" y="109"/>
                    <a:pt x="1" y="243"/>
                  </a:cubicBezTo>
                  <a:cubicBezTo>
                    <a:pt x="1" y="376"/>
                    <a:pt x="110" y="485"/>
                    <a:pt x="244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32"/>
            <p:cNvSpPr/>
            <p:nvPr/>
          </p:nvSpPr>
          <p:spPr>
            <a:xfrm>
              <a:off x="4798575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1" y="0"/>
                    <a:pt x="1" y="90"/>
                    <a:pt x="1" y="202"/>
                  </a:cubicBezTo>
                  <a:cubicBezTo>
                    <a:pt x="1" y="314"/>
                    <a:pt x="91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32"/>
            <p:cNvSpPr/>
            <p:nvPr/>
          </p:nvSpPr>
          <p:spPr>
            <a:xfrm>
              <a:off x="4817400" y="1674125"/>
              <a:ext cx="12125" cy="12125"/>
            </a:xfrm>
            <a:custGeom>
              <a:avLst/>
              <a:gdLst/>
              <a:ahLst/>
              <a:cxnLst/>
              <a:rect l="l" t="t" r="r" b="b"/>
              <a:pathLst>
                <a:path w="485" h="485" extrusionOk="0">
                  <a:moveTo>
                    <a:pt x="243" y="80"/>
                  </a:moveTo>
                  <a:cubicBezTo>
                    <a:pt x="332" y="80"/>
                    <a:pt x="405" y="154"/>
                    <a:pt x="405" y="243"/>
                  </a:cubicBezTo>
                  <a:cubicBezTo>
                    <a:pt x="405" y="332"/>
                    <a:pt x="332" y="405"/>
                    <a:pt x="243" y="405"/>
                  </a:cubicBezTo>
                  <a:cubicBezTo>
                    <a:pt x="153" y="405"/>
                    <a:pt x="81" y="332"/>
                    <a:pt x="81" y="243"/>
                  </a:cubicBezTo>
                  <a:cubicBezTo>
                    <a:pt x="81" y="154"/>
                    <a:pt x="153" y="80"/>
                    <a:pt x="243" y="80"/>
                  </a:cubicBezTo>
                  <a:close/>
                  <a:moveTo>
                    <a:pt x="243" y="1"/>
                  </a:moveTo>
                  <a:cubicBezTo>
                    <a:pt x="109" y="1"/>
                    <a:pt x="0" y="109"/>
                    <a:pt x="0" y="243"/>
                  </a:cubicBezTo>
                  <a:cubicBezTo>
                    <a:pt x="0" y="376"/>
                    <a:pt x="109" y="485"/>
                    <a:pt x="243" y="485"/>
                  </a:cubicBezTo>
                  <a:cubicBezTo>
                    <a:pt x="376" y="485"/>
                    <a:pt x="485" y="376"/>
                    <a:pt x="485" y="243"/>
                  </a:cubicBezTo>
                  <a:cubicBezTo>
                    <a:pt x="485" y="109"/>
                    <a:pt x="376" y="1"/>
                    <a:pt x="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32"/>
            <p:cNvSpPr/>
            <p:nvPr/>
          </p:nvSpPr>
          <p:spPr>
            <a:xfrm>
              <a:off x="4838250" y="1675150"/>
              <a:ext cx="10125" cy="10100"/>
            </a:xfrm>
            <a:custGeom>
              <a:avLst/>
              <a:gdLst/>
              <a:ahLst/>
              <a:cxnLst/>
              <a:rect l="l" t="t" r="r" b="b"/>
              <a:pathLst>
                <a:path w="405" h="404" extrusionOk="0">
                  <a:moveTo>
                    <a:pt x="202" y="0"/>
                  </a:moveTo>
                  <a:cubicBezTo>
                    <a:pt x="90" y="0"/>
                    <a:pt x="0" y="90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4" y="314"/>
                    <a:pt x="404" y="202"/>
                  </a:cubicBezTo>
                  <a:cubicBezTo>
                    <a:pt x="404" y="90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32"/>
            <p:cNvSpPr/>
            <p:nvPr/>
          </p:nvSpPr>
          <p:spPr>
            <a:xfrm>
              <a:off x="4648675" y="1343400"/>
              <a:ext cx="720050" cy="40975"/>
            </a:xfrm>
            <a:custGeom>
              <a:avLst/>
              <a:gdLst/>
              <a:ahLst/>
              <a:cxnLst/>
              <a:rect l="l" t="t" r="r" b="b"/>
              <a:pathLst>
                <a:path w="28802" h="1639" extrusionOk="0">
                  <a:moveTo>
                    <a:pt x="26073" y="0"/>
                  </a:moveTo>
                  <a:lnTo>
                    <a:pt x="24516" y="1558"/>
                  </a:lnTo>
                  <a:lnTo>
                    <a:pt x="1" y="1558"/>
                  </a:lnTo>
                  <a:lnTo>
                    <a:pt x="1" y="1638"/>
                  </a:lnTo>
                  <a:lnTo>
                    <a:pt x="24549" y="1638"/>
                  </a:lnTo>
                  <a:lnTo>
                    <a:pt x="26107" y="81"/>
                  </a:lnTo>
                  <a:lnTo>
                    <a:pt x="28802" y="81"/>
                  </a:lnTo>
                  <a:lnTo>
                    <a:pt x="288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32"/>
            <p:cNvSpPr/>
            <p:nvPr/>
          </p:nvSpPr>
          <p:spPr>
            <a:xfrm>
              <a:off x="4632825" y="1311800"/>
              <a:ext cx="670500" cy="53100"/>
            </a:xfrm>
            <a:custGeom>
              <a:avLst/>
              <a:gdLst/>
              <a:ahLst/>
              <a:cxnLst/>
              <a:rect l="l" t="t" r="r" b="b"/>
              <a:pathLst>
                <a:path w="26820" h="2124" extrusionOk="0">
                  <a:moveTo>
                    <a:pt x="26762" y="1"/>
                  </a:moveTo>
                  <a:lnTo>
                    <a:pt x="24720" y="2043"/>
                  </a:lnTo>
                  <a:lnTo>
                    <a:pt x="0" y="2043"/>
                  </a:lnTo>
                  <a:lnTo>
                    <a:pt x="0" y="2123"/>
                  </a:lnTo>
                  <a:lnTo>
                    <a:pt x="24753" y="2123"/>
                  </a:lnTo>
                  <a:lnTo>
                    <a:pt x="26819" y="58"/>
                  </a:lnTo>
                  <a:lnTo>
                    <a:pt x="267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32"/>
            <p:cNvSpPr/>
            <p:nvPr/>
          </p:nvSpPr>
          <p:spPr>
            <a:xfrm>
              <a:off x="4633550" y="1118650"/>
              <a:ext cx="370425" cy="88825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32"/>
            <p:cNvSpPr/>
            <p:nvPr/>
          </p:nvSpPr>
          <p:spPr>
            <a:xfrm>
              <a:off x="4616850" y="1136950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32"/>
            <p:cNvSpPr/>
            <p:nvPr/>
          </p:nvSpPr>
          <p:spPr>
            <a:xfrm>
              <a:off x="4600150" y="11552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4583450" y="1173525"/>
              <a:ext cx="370450" cy="88825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52802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Título y objeto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949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3725091" y="6351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5" name="Imagen 4" descr="Escala de tiempo&#10;&#10;Descripción generada automáticamente con confianza media">
            <a:extLst>
              <a:ext uri="{FF2B5EF4-FFF2-40B4-BE49-F238E27FC236}">
                <a16:creationId xmlns:a16="http://schemas.microsoft.com/office/drawing/2014/main" id="{FF23A706-937B-567A-37E0-E24E11173C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26893" t="50000"/>
          <a:stretch/>
        </p:blipFill>
        <p:spPr>
          <a:xfrm>
            <a:off x="6498305" y="6021977"/>
            <a:ext cx="5693696" cy="81141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aira"/>
              <a:buNone/>
              <a:defRPr sz="3600" b="1">
                <a:solidFill>
                  <a:schemeClr val="lt1"/>
                </a:solidFill>
                <a:latin typeface="Saira"/>
                <a:ea typeface="Saira"/>
                <a:cs typeface="Saira"/>
                <a:sym typeface="Sa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942200"/>
            <a:ext cx="10345600" cy="41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881132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3455304" y="2089552"/>
            <a:ext cx="5281387" cy="989557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s-CO" sz="2800" b="0" i="0" u="none" strike="noStrike" cap="none" dirty="0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rPr>
              <a:t>Ingeniería de Sistemas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2514593" y="3778892"/>
            <a:ext cx="71628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2400" b="1" dirty="0">
                <a:solidFill>
                  <a:srgbClr val="FFFFFF"/>
                </a:solidFill>
              </a:rPr>
              <a:t>Modelos de Programación</a:t>
            </a:r>
            <a:endParaRPr lang="es-CO" sz="1800" dirty="0"/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816479" y="4850945"/>
            <a:ext cx="4559033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dirty="0">
                <a:solidFill>
                  <a:srgbClr val="FFFFFF"/>
                </a:solidFill>
              </a:rPr>
              <a:t>Norbey Danilo Muñoz Cañón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CO" sz="1100" dirty="0">
                <a:solidFill>
                  <a:srgbClr val="FFFFFF"/>
                </a:solidFill>
              </a:rPr>
              <a:t>2026</a:t>
            </a:r>
            <a:endParaRPr lang="es-CO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/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Docente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27E72-96C8-066F-9023-5BEF8F916658}"/>
              </a:ext>
            </a:extLst>
          </p:cNvPr>
          <p:cNvSpPr txBox="1"/>
          <p:nvPr/>
        </p:nvSpPr>
        <p:spPr>
          <a:xfrm>
            <a:off x="999516" y="1525277"/>
            <a:ext cx="1020674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/>
              <a:t>Norbey Danilo Muñoz Cañón: </a:t>
            </a: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2800" b="1" dirty="0"/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Universidad Distrital Francisco José de Caldas.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Ingeniería de Sistemas.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Maestría en Ciencias de la Información y las Comunicaciones. 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Investigación en Minería de Datos, Ciencia de Datos, Aprendizaje Automático, Optimización, Metodologías Ágiles, Desarrollo de Software.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Desarrollo Full Stack, Scrum Master, Gerente de Proyectos, plataformas e-Learning, docencia universitaria.</a:t>
            </a:r>
          </a:p>
          <a:p>
            <a:pPr marL="781050" lvl="1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Asignaturas especializadas: bases de datos, programación avanzada, inteligencia artificial, arquitectura de computadores, desarrollo web, desarrollo móvil, ingeniería de software…</a:t>
            </a:r>
            <a:endParaRPr lang="es-CO" sz="2000" dirty="0"/>
          </a:p>
        </p:txBody>
      </p:sp>
      <p:pic>
        <p:nvPicPr>
          <p:cNvPr id="2" name="Imagen 1" descr="Un hombre con lentes mirando de frente&#10;&#10;Descripción generada automáticamente">
            <a:extLst>
              <a:ext uri="{FF2B5EF4-FFF2-40B4-BE49-F238E27FC236}">
                <a16:creationId xmlns:a16="http://schemas.microsoft.com/office/drawing/2014/main" id="{64524B24-B673-2CCF-4695-7FCEB1D30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365" y="1207734"/>
            <a:ext cx="1690898" cy="1799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9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345600" cy="817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solidFill>
                  <a:schemeClr val="accent1"/>
                </a:solidFill>
                <a:latin typeface="Saira"/>
                <a:ea typeface="Saira"/>
                <a:cs typeface="Saira"/>
                <a:sym typeface="Saira"/>
              </a:rPr>
              <a:t>Condiciones</a:t>
            </a:r>
            <a:endParaRPr dirty="0">
              <a:solidFill>
                <a:schemeClr val="accent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9" name="Google Shape;879;p39"/>
          <p:cNvSpPr txBox="1">
            <a:spLocks noGrp="1"/>
          </p:cNvSpPr>
          <p:nvPr>
            <p:ph type="subTitle" idx="1"/>
          </p:nvPr>
        </p:nvSpPr>
        <p:spPr>
          <a:xfrm>
            <a:off x="1730900" y="2307500"/>
            <a:ext cx="2063933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Respeto y comunicación</a:t>
            </a:r>
            <a:endParaRPr dirty="0"/>
          </a:p>
        </p:txBody>
      </p:sp>
      <p:sp>
        <p:nvSpPr>
          <p:cNvPr id="883" name="Google Shape;883;p39"/>
          <p:cNvSpPr txBox="1">
            <a:spLocks noGrp="1"/>
          </p:cNvSpPr>
          <p:nvPr>
            <p:ph type="subTitle" idx="5"/>
          </p:nvPr>
        </p:nvSpPr>
        <p:spPr>
          <a:xfrm>
            <a:off x="5379284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Puntualidad</a:t>
            </a:r>
            <a:endParaRPr dirty="0"/>
          </a:p>
        </p:txBody>
      </p:sp>
      <p:sp>
        <p:nvSpPr>
          <p:cNvPr id="887" name="Google Shape;887;p39"/>
          <p:cNvSpPr txBox="1">
            <a:spLocks noGrp="1"/>
          </p:cNvSpPr>
          <p:nvPr>
            <p:ph type="subTitle" idx="9"/>
          </p:nvPr>
        </p:nvSpPr>
        <p:spPr>
          <a:xfrm>
            <a:off x="9027667" y="2307500"/>
            <a:ext cx="1908000" cy="432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en" dirty="0"/>
              <a:t>Compromiso</a:t>
            </a:r>
            <a:endParaRPr dirty="0"/>
          </a:p>
        </p:txBody>
      </p:sp>
      <p:grpSp>
        <p:nvGrpSpPr>
          <p:cNvPr id="891" name="Google Shape;891;p39"/>
          <p:cNvGrpSpPr/>
          <p:nvPr/>
        </p:nvGrpSpPr>
        <p:grpSpPr>
          <a:xfrm>
            <a:off x="1409068" y="2447553"/>
            <a:ext cx="246161" cy="259529"/>
            <a:chOff x="4854075" y="2527625"/>
            <a:chExt cx="56000" cy="59050"/>
          </a:xfrm>
        </p:grpSpPr>
        <p:sp>
          <p:nvSpPr>
            <p:cNvPr id="892" name="Google Shape;892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3" name="Google Shape;893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4" name="Google Shape;894;p39"/>
          <p:cNvGrpSpPr/>
          <p:nvPr/>
        </p:nvGrpSpPr>
        <p:grpSpPr>
          <a:xfrm>
            <a:off x="5041318" y="2447553"/>
            <a:ext cx="246161" cy="259529"/>
            <a:chOff x="4854075" y="2527625"/>
            <a:chExt cx="56000" cy="59050"/>
          </a:xfrm>
        </p:grpSpPr>
        <p:sp>
          <p:nvSpPr>
            <p:cNvPr id="895" name="Google Shape;895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6" name="Google Shape;896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  <p:grpSp>
        <p:nvGrpSpPr>
          <p:cNvPr id="897" name="Google Shape;897;p39"/>
          <p:cNvGrpSpPr/>
          <p:nvPr/>
        </p:nvGrpSpPr>
        <p:grpSpPr>
          <a:xfrm>
            <a:off x="8696534" y="2447553"/>
            <a:ext cx="246161" cy="259529"/>
            <a:chOff x="4854075" y="2527625"/>
            <a:chExt cx="56000" cy="59050"/>
          </a:xfrm>
        </p:grpSpPr>
        <p:sp>
          <p:nvSpPr>
            <p:cNvPr id="898" name="Google Shape;898;p39"/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  <p:sp>
          <p:nvSpPr>
            <p:cNvPr id="899" name="Google Shape;899;p39"/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/>
              <a:endParaRPr sz="1867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6F5C201-6C30-E037-2723-A5F1DEB5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A7F4CDA-E40F-8DFA-A7FD-AEF235B9E803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5C30B43A-087D-E390-38D8-85D41F2DDD58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7D22AAA-EFD0-C1F6-02C5-747DB3A98B32}"/>
              </a:ext>
            </a:extLst>
          </p:cNvPr>
          <p:cNvSpPr txBox="1"/>
          <p:nvPr/>
        </p:nvSpPr>
        <p:spPr>
          <a:xfrm>
            <a:off x="999516" y="1525277"/>
            <a:ext cx="1020674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1</a:t>
            </a:r>
            <a:r>
              <a:rPr lang="es-ES" sz="2400" dirty="0"/>
              <a:t>: registrar la mitad o menos de la mitad de las asistencias en el corte no le permitirá presentar el parcial.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si se debe firmar asistencia 10 veces en un corte y tiene 5 o más inasistencias no presenta parcial. La nota es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2</a:t>
            </a:r>
            <a:r>
              <a:rPr lang="es-ES" sz="2400" dirty="0"/>
              <a:t>: la inasistencia a una clase en la que se realiza alguna actividad evaluativa como quiz, taller o parcial deberá justificarse para permitirse la presentación posterior. En caso de no tener justificación se permitirá la realización y/o entrega, pero nunca superando el valor de nota de tres (3,0).</a:t>
            </a: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Por ejemplo, no asistió a una clase donde se realizó quiz y la justificación de inasistencia no es válida o no tiene, presentará el quiz sobre 3,0. En caso de que tenga, se evalúa normal sobre 5,0.</a:t>
            </a:r>
          </a:p>
        </p:txBody>
      </p:sp>
    </p:spTree>
    <p:extLst>
      <p:ext uri="{BB962C8B-B14F-4D97-AF65-F5344CB8AC3E}">
        <p14:creationId xmlns:p14="http://schemas.microsoft.com/office/powerpoint/2010/main" val="386161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32A83AD-0A32-7782-7A38-847CC1D3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9182A2DC-8EB9-E880-C9D4-5802AFA13294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2ABA9BF-AA41-24AF-7819-91DA4AD6E162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Condiciones (II)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267E7DC-89DB-A13E-3720-6C1EFF9B4A6E}"/>
              </a:ext>
            </a:extLst>
          </p:cNvPr>
          <p:cNvSpPr txBox="1"/>
          <p:nvPr/>
        </p:nvSpPr>
        <p:spPr>
          <a:xfrm>
            <a:off x="999516" y="1525277"/>
            <a:ext cx="10206747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3</a:t>
            </a:r>
            <a:r>
              <a:rPr lang="es-ES" sz="2400" dirty="0"/>
              <a:t>: el uso de Inteligencia Artificial (IA) está prohibida en los quices* y parciales. En los talleres o actividades no evaluativas de clase puede emplearse siempre y cuando se indague el porqué la solución es la brindada por la IA. 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accent1"/>
              </a:solidFill>
            </a:endParaRP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En los quices podría usarse, dependiendo el tema y el avance con el curso.</a:t>
            </a:r>
          </a:p>
          <a:p>
            <a:pPr marL="342900" lvl="8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Toda sospecha de uso de IA será revisada y en caso de comprobarse la nota será de cero (0).</a:t>
            </a:r>
          </a:p>
          <a:p>
            <a:pPr marL="342900" lvl="7" indent="-342900" algn="just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Regla 4</a:t>
            </a:r>
            <a:r>
              <a:rPr lang="es-ES" sz="2400" dirty="0"/>
              <a:t>: sea consciente de que la nota la va construyendo usted a lo largo del semestre. Sea constante y realice los trabajos solicitados, estudie y resuelva dudas. Al finalizar las clases del semestre el profesor </a:t>
            </a:r>
            <a:r>
              <a:rPr lang="es-ES" sz="2400" b="1" dirty="0"/>
              <a:t>NO</a:t>
            </a:r>
            <a:r>
              <a:rPr lang="es-ES" sz="2400" dirty="0"/>
              <a:t> brindará ayuda o trabajos adicionales para “subir la nota”.</a:t>
            </a: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accent1"/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accent1"/>
                </a:solidFill>
              </a:rPr>
              <a:t>Un 2,89 es un 2,89. Un 2,93 es un 2,93. Asegúrese de lograr sus notas y objetivos </a:t>
            </a:r>
            <a:r>
              <a:rPr lang="es-ES" sz="2000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  <a:endParaRPr lang="es-E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4910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8"/>
          <p:cNvGrpSpPr/>
          <p:nvPr/>
        </p:nvGrpSpPr>
        <p:grpSpPr>
          <a:xfrm flipH="1">
            <a:off x="5979428" y="4386067"/>
            <a:ext cx="2663533" cy="924667"/>
            <a:chOff x="6541275" y="2323925"/>
            <a:chExt cx="1997650" cy="693500"/>
          </a:xfrm>
        </p:grpSpPr>
        <p:sp>
          <p:nvSpPr>
            <p:cNvPr id="822" name="Google Shape;822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3" name="Google Shape;823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4" name="Google Shape;824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5" name="Google Shape;825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6" name="Google Shape;826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7" name="Google Shape;827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8" name="Google Shape;828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29" name="Google Shape;829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0" name="Google Shape;830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1" name="Google Shape;831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38" name="Google Shape;838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839" name="Google Shape;839;p38"/>
          <p:cNvGrpSpPr/>
          <p:nvPr/>
        </p:nvGrpSpPr>
        <p:grpSpPr>
          <a:xfrm>
            <a:off x="8793034" y="1837100"/>
            <a:ext cx="2663533" cy="924667"/>
            <a:chOff x="6541275" y="2323925"/>
            <a:chExt cx="1997650" cy="693500"/>
          </a:xfrm>
        </p:grpSpPr>
        <p:sp>
          <p:nvSpPr>
            <p:cNvPr id="840" name="Google Shape;840;p38"/>
            <p:cNvSpPr/>
            <p:nvPr/>
          </p:nvSpPr>
          <p:spPr>
            <a:xfrm>
              <a:off x="760710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7728318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778839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7848713" y="2589121"/>
              <a:ext cx="22882" cy="67120"/>
            </a:xfrm>
            <a:custGeom>
              <a:avLst/>
              <a:gdLst/>
              <a:ahLst/>
              <a:cxnLst/>
              <a:rect l="l" t="t" r="r" b="b"/>
              <a:pathLst>
                <a:path w="195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7913017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7961010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8155682" y="2589121"/>
              <a:ext cx="22764" cy="67120"/>
            </a:xfrm>
            <a:custGeom>
              <a:avLst/>
              <a:gdLst/>
              <a:ahLst/>
              <a:cxnLst/>
              <a:rect l="l" t="t" r="r" b="b"/>
              <a:pathLst>
                <a:path w="194" h="572" extrusionOk="0">
                  <a:moveTo>
                    <a:pt x="0" y="0"/>
                  </a:moveTo>
                  <a:lnTo>
                    <a:pt x="0" y="571"/>
                  </a:lnTo>
                  <a:lnTo>
                    <a:pt x="194" y="571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80410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6" y="571"/>
                  </a:lnTo>
                  <a:lnTo>
                    <a:pt x="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8211538" y="2589121"/>
              <a:ext cx="22999" cy="67120"/>
            </a:xfrm>
            <a:custGeom>
              <a:avLst/>
              <a:gdLst/>
              <a:ahLst/>
              <a:cxnLst/>
              <a:rect l="l" t="t" r="r" b="b"/>
              <a:pathLst>
                <a:path w="196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95" y="57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6776431" y="2323925"/>
              <a:ext cx="1738664" cy="416918"/>
            </a:xfrm>
            <a:custGeom>
              <a:avLst/>
              <a:gdLst/>
              <a:ahLst/>
              <a:cxnLst/>
              <a:rect l="l" t="t" r="r" b="b"/>
              <a:pathLst>
                <a:path w="14817" h="3553" extrusionOk="0">
                  <a:moveTo>
                    <a:pt x="1" y="0"/>
                  </a:moveTo>
                  <a:lnTo>
                    <a:pt x="1" y="81"/>
                  </a:lnTo>
                  <a:lnTo>
                    <a:pt x="3098" y="81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8491401" y="2712332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1" y="0"/>
                    <a:pt x="0" y="91"/>
                    <a:pt x="0" y="202"/>
                  </a:cubicBezTo>
                  <a:cubicBezTo>
                    <a:pt x="0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6698045" y="2409820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1" y="0"/>
                  </a:moveTo>
                  <a:lnTo>
                    <a:pt x="1" y="80"/>
                  </a:lnTo>
                  <a:lnTo>
                    <a:pt x="3098" y="80"/>
                  </a:lnTo>
                  <a:lnTo>
                    <a:pt x="6569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8413016" y="2798227"/>
              <a:ext cx="47524" cy="47524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cubicBezTo>
                    <a:pt x="90" y="0"/>
                    <a:pt x="0" y="91"/>
                    <a:pt x="0" y="202"/>
                  </a:cubicBezTo>
                  <a:cubicBezTo>
                    <a:pt x="0" y="314"/>
                    <a:pt x="90" y="404"/>
                    <a:pt x="202" y="404"/>
                  </a:cubicBezTo>
                  <a:cubicBezTo>
                    <a:pt x="314" y="404"/>
                    <a:pt x="405" y="314"/>
                    <a:pt x="405" y="202"/>
                  </a:cubicBezTo>
                  <a:cubicBezTo>
                    <a:pt x="405" y="91"/>
                    <a:pt x="314" y="0"/>
                    <a:pt x="2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6619660" y="2495599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1"/>
                  </a:moveTo>
                  <a:lnTo>
                    <a:pt x="0" y="81"/>
                  </a:lnTo>
                  <a:lnTo>
                    <a:pt x="3098" y="81"/>
                  </a:lnTo>
                  <a:lnTo>
                    <a:pt x="6569" y="3553"/>
                  </a:lnTo>
                  <a:lnTo>
                    <a:pt x="14817" y="3553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42" y="13"/>
                  </a:lnTo>
                  <a:lnTo>
                    <a:pt x="31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8344839" y="2884005"/>
              <a:ext cx="47524" cy="47641"/>
            </a:xfrm>
            <a:custGeom>
              <a:avLst/>
              <a:gdLst/>
              <a:ahLst/>
              <a:cxnLst/>
              <a:rect l="l" t="t" r="r" b="b"/>
              <a:pathLst>
                <a:path w="405" h="406" extrusionOk="0">
                  <a:moveTo>
                    <a:pt x="202" y="1"/>
                  </a:moveTo>
                  <a:cubicBezTo>
                    <a:pt x="91" y="1"/>
                    <a:pt x="1" y="92"/>
                    <a:pt x="1" y="203"/>
                  </a:cubicBezTo>
                  <a:cubicBezTo>
                    <a:pt x="1" y="314"/>
                    <a:pt x="91" y="405"/>
                    <a:pt x="202" y="405"/>
                  </a:cubicBezTo>
                  <a:cubicBezTo>
                    <a:pt x="314" y="405"/>
                    <a:pt x="405" y="314"/>
                    <a:pt x="405" y="203"/>
                  </a:cubicBezTo>
                  <a:cubicBezTo>
                    <a:pt x="405" y="92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6541275" y="2581494"/>
              <a:ext cx="1738781" cy="416918"/>
            </a:xfrm>
            <a:custGeom>
              <a:avLst/>
              <a:gdLst/>
              <a:ahLst/>
              <a:cxnLst/>
              <a:rect l="l" t="t" r="r" b="b"/>
              <a:pathLst>
                <a:path w="14818" h="3553" extrusionOk="0">
                  <a:moveTo>
                    <a:pt x="0" y="0"/>
                  </a:moveTo>
                  <a:lnTo>
                    <a:pt x="0" y="81"/>
                  </a:lnTo>
                  <a:lnTo>
                    <a:pt x="3097" y="81"/>
                  </a:lnTo>
                  <a:lnTo>
                    <a:pt x="6570" y="3552"/>
                  </a:lnTo>
                  <a:lnTo>
                    <a:pt x="14817" y="3552"/>
                  </a:lnTo>
                  <a:lnTo>
                    <a:pt x="14817" y="3473"/>
                  </a:lnTo>
                  <a:lnTo>
                    <a:pt x="6603" y="3473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8256245" y="2969901"/>
              <a:ext cx="47406" cy="47524"/>
            </a:xfrm>
            <a:custGeom>
              <a:avLst/>
              <a:gdLst/>
              <a:ahLst/>
              <a:cxnLst/>
              <a:rect l="l" t="t" r="r" b="b"/>
              <a:pathLst>
                <a:path w="404" h="405" extrusionOk="0">
                  <a:moveTo>
                    <a:pt x="202" y="1"/>
                  </a:moveTo>
                  <a:cubicBezTo>
                    <a:pt x="90" y="1"/>
                    <a:pt x="0" y="91"/>
                    <a:pt x="0" y="202"/>
                  </a:cubicBezTo>
                  <a:cubicBezTo>
                    <a:pt x="0" y="314"/>
                    <a:pt x="90" y="405"/>
                    <a:pt x="202" y="405"/>
                  </a:cubicBezTo>
                  <a:cubicBezTo>
                    <a:pt x="314" y="405"/>
                    <a:pt x="404" y="314"/>
                    <a:pt x="404" y="202"/>
                  </a:cubicBezTo>
                  <a:cubicBezTo>
                    <a:pt x="404" y="91"/>
                    <a:pt x="314" y="1"/>
                    <a:pt x="2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857" name="Google Shape;857;p38"/>
          <p:cNvSpPr txBox="1">
            <a:spLocks noGrp="1"/>
          </p:cNvSpPr>
          <p:nvPr>
            <p:ph type="title"/>
          </p:nvPr>
        </p:nvSpPr>
        <p:spPr>
          <a:xfrm>
            <a:off x="720020" y="1299400"/>
            <a:ext cx="9524627" cy="178258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dirty="0"/>
              <a:t>Presentación</a:t>
            </a:r>
            <a:br>
              <a:rPr lang="en" sz="4000" dirty="0"/>
            </a:br>
            <a:r>
              <a:rPr lang="en" sz="4000" dirty="0"/>
              <a:t>¿Expectativas frente al curso?</a:t>
            </a:r>
            <a:endParaRPr sz="4000" dirty="0"/>
          </a:p>
        </p:txBody>
      </p:sp>
      <p:sp>
        <p:nvSpPr>
          <p:cNvPr id="858" name="Google Shape;858;p38"/>
          <p:cNvSpPr/>
          <p:nvPr/>
        </p:nvSpPr>
        <p:spPr>
          <a:xfrm>
            <a:off x="8586567" y="4677967"/>
            <a:ext cx="85200" cy="94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873" name="Google Shape;873;p38"/>
          <p:cNvSpPr txBox="1">
            <a:spLocks noGrp="1"/>
          </p:cNvSpPr>
          <p:nvPr>
            <p:ph type="subTitle" idx="1"/>
          </p:nvPr>
        </p:nvSpPr>
        <p:spPr>
          <a:xfrm>
            <a:off x="965567" y="3377832"/>
            <a:ext cx="4800000" cy="193290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es-CO" dirty="0"/>
              <a:t>* Nombre</a:t>
            </a:r>
          </a:p>
          <a:p>
            <a:pPr marL="0" indent="0" algn="just"/>
            <a:r>
              <a:rPr lang="es-CO" dirty="0"/>
              <a:t>* Semestre de la carrera</a:t>
            </a:r>
          </a:p>
          <a:p>
            <a:pPr marL="0" indent="0" algn="just"/>
            <a:r>
              <a:rPr lang="es-CO" dirty="0"/>
              <a:t>* Expectativas sobre el curso (¿ha trabajado alguna temática de la </a:t>
            </a:r>
            <a:r>
              <a:rPr lang="es-CO"/>
              <a:t>asignatura?)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A81F23-FAFD-136A-81E1-3DB096AAC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575" y="3325816"/>
            <a:ext cx="2192316" cy="27987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ssue Nanotransfection Breakthrough by Slidesgo">
  <a:themeElements>
    <a:clrScheme name="Simple Light">
      <a:dk1>
        <a:srgbClr val="33678A"/>
      </a:dk1>
      <a:lt1>
        <a:srgbClr val="E65C4F"/>
      </a:lt1>
      <a:dk2>
        <a:srgbClr val="78A6C9"/>
      </a:dk2>
      <a:lt2>
        <a:srgbClr val="EAEFF3"/>
      </a:lt2>
      <a:accent1>
        <a:srgbClr val="E65C4F"/>
      </a:accent1>
      <a:accent2>
        <a:srgbClr val="78A6C9"/>
      </a:accent2>
      <a:accent3>
        <a:srgbClr val="33699A"/>
      </a:accent3>
      <a:accent4>
        <a:srgbClr val="EAEFF3"/>
      </a:accent4>
      <a:accent5>
        <a:srgbClr val="FFFFFF"/>
      </a:accent5>
      <a:accent6>
        <a:srgbClr val="33678A"/>
      </a:accent6>
      <a:hlink>
        <a:srgbClr val="E65C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1377</TotalTime>
  <Words>457</Words>
  <Application>Microsoft Office PowerPoint</Application>
  <PresentationFormat>Widescreen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Roboto Condensed Light</vt:lpstr>
      <vt:lpstr>Wingdings</vt:lpstr>
      <vt:lpstr>Saira SemiBold</vt:lpstr>
      <vt:lpstr>Calibri</vt:lpstr>
      <vt:lpstr>Montserrat</vt:lpstr>
      <vt:lpstr>Livvic</vt:lpstr>
      <vt:lpstr>Nunito</vt:lpstr>
      <vt:lpstr>Saira</vt:lpstr>
      <vt:lpstr>Roboto</vt:lpstr>
      <vt:lpstr>Tema de Office</vt:lpstr>
      <vt:lpstr>Tissue Nanotransfection Breakthrough by Slidesgo</vt:lpstr>
      <vt:lpstr>PowerPoint Presentation</vt:lpstr>
      <vt:lpstr>PowerPoint Presentation</vt:lpstr>
      <vt:lpstr>Condiciones</vt:lpstr>
      <vt:lpstr>PowerPoint Presentation</vt:lpstr>
      <vt:lpstr>PowerPoint Presentation</vt:lpstr>
      <vt:lpstr>Presentación ¿Expectativas frente al curso?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User</dc:creator>
  <cp:lastModifiedBy>Norbey Muñoz</cp:lastModifiedBy>
  <cp:revision>17</cp:revision>
  <dcterms:created xsi:type="dcterms:W3CDTF">2021-11-22T19:41:18Z</dcterms:created>
  <dcterms:modified xsi:type="dcterms:W3CDTF">2026-09-01T01:55:28Z</dcterms:modified>
</cp:coreProperties>
</file>