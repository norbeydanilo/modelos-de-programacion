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85" r:id="rId4"/>
    <p:sldId id="307" r:id="rId5"/>
    <p:sldId id="286" r:id="rId6"/>
    <p:sldId id="287" r:id="rId7"/>
    <p:sldId id="288" r:id="rId8"/>
    <p:sldId id="308" r:id="rId9"/>
    <p:sldId id="309" r:id="rId10"/>
    <p:sldId id="310" r:id="rId11"/>
    <p:sldId id="272" r:id="rId12"/>
    <p:sldId id="289" r:id="rId13"/>
    <p:sldId id="290" r:id="rId14"/>
    <p:sldId id="311" r:id="rId15"/>
    <p:sldId id="312" r:id="rId16"/>
    <p:sldId id="313" r:id="rId17"/>
    <p:sldId id="291" r:id="rId18"/>
    <p:sldId id="292" r:id="rId19"/>
    <p:sldId id="293" r:id="rId20"/>
    <p:sldId id="294" r:id="rId21"/>
    <p:sldId id="295" r:id="rId22"/>
    <p:sldId id="297" r:id="rId23"/>
    <p:sldId id="296" r:id="rId24"/>
    <p:sldId id="298" r:id="rId25"/>
    <p:sldId id="299" r:id="rId26"/>
    <p:sldId id="314" r:id="rId27"/>
    <p:sldId id="315" r:id="rId28"/>
    <p:sldId id="316" r:id="rId29"/>
    <p:sldId id="300" r:id="rId30"/>
    <p:sldId id="301" r:id="rId31"/>
    <p:sldId id="303" r:id="rId32"/>
    <p:sldId id="302" r:id="rId33"/>
    <p:sldId id="304" r:id="rId34"/>
    <p:sldId id="305" r:id="rId35"/>
    <p:sldId id="306" r:id="rId36"/>
    <p:sldId id="317" r:id="rId37"/>
    <p:sldId id="318" r:id="rId38"/>
    <p:sldId id="319" r:id="rId39"/>
    <p:sldId id="320" r:id="rId40"/>
    <p:sldId id="321" r:id="rId41"/>
    <p:sldId id="322" r:id="rId42"/>
    <p:sldId id="269" r:id="rId43"/>
  </p:sldIdLst>
  <p:sldSz cx="12192000" cy="6858000"/>
  <p:notesSz cx="6858000" cy="9144000"/>
  <p:embeddedFontLst>
    <p:embeddedFont>
      <p:font typeface="Lato" panose="020F0502020204030203" pitchFamily="34" charset="0"/>
      <p:regular r:id="rId45"/>
      <p:bold r:id="rId46"/>
    </p:embeddedFont>
    <p:embeddedFont>
      <p:font typeface="Playfair Display" panose="00000500000000000000" pitchFamily="2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O7G4JYlWhDc/IMUAAixAp2w42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029A5F-B29F-42D9-BF25-8414E3904450}">
  <a:tblStyle styleId="{48029A5F-B29F-42D9-BF25-8414E39044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10-16T17:16:48.133" v="1560" actId="478"/>
      <pc:docMkLst>
        <pc:docMk/>
      </pc:docMkLst>
      <pc:sldChg chg="delSp modSp mod">
        <pc:chgData name="Norbey Muñoz" userId="b7e811e8891ccd42" providerId="LiveId" clId="{2482167B-ADD3-4E68-AB8B-ADE9CECE27D0}" dt="2026-10-16T04:50:27.692" v="1265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10-16T04:50:27.692" v="1265" actId="20577"/>
          <ac:spMkLst>
            <pc:docMk/>
            <pc:sldMk cId="0" sldId="256"/>
            <ac:spMk id="59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10-16T04:50:55.558" v="1282" actId="22"/>
        <pc:sldMkLst>
          <pc:docMk/>
          <pc:sldMk cId="0" sldId="257"/>
        </pc:sldMkLst>
        <pc:spChg chg="mod">
          <ac:chgData name="Norbey Muñoz" userId="b7e811e8891ccd42" providerId="LiveId" clId="{2482167B-ADD3-4E68-AB8B-ADE9CECE27D0}" dt="2026-10-16T04:50:42.945" v="1281" actId="20577"/>
          <ac:spMkLst>
            <pc:docMk/>
            <pc:sldMk cId="0" sldId="257"/>
            <ac:spMk id="65" creationId="{00000000-0000-0000-0000-000000000000}"/>
          </ac:spMkLst>
        </pc:spChg>
        <pc:picChg chg="add">
          <ac:chgData name="Norbey Muñoz" userId="b7e811e8891ccd42" providerId="LiveId" clId="{2482167B-ADD3-4E68-AB8B-ADE9CECE27D0}" dt="2026-10-16T04:50:55.558" v="1282" actId="22"/>
          <ac:picMkLst>
            <pc:docMk/>
            <pc:sldMk cId="0" sldId="257"/>
            <ac:picMk id="3" creationId="{A2ADB726-3ABA-6714-6165-FF7BAC01DB52}"/>
          </ac:picMkLst>
        </pc:picChg>
        <pc:picChg chg="add del">
          <ac:chgData name="Norbey Muñoz" userId="b7e811e8891ccd42" providerId="LiveId" clId="{2482167B-ADD3-4E68-AB8B-ADE9CECE27D0}" dt="2026-10-16T04:50:37.228" v="1266" actId="478"/>
          <ac:picMkLst>
            <pc:docMk/>
            <pc:sldMk cId="0" sldId="257"/>
            <ac:picMk id="4" creationId="{46A16322-F284-C376-B27E-CF62E39D2B34}"/>
          </ac:picMkLst>
        </pc:picChg>
      </pc:sldChg>
      <pc:sldChg chg="addSp delSp modSp add mod ord">
        <pc:chgData name="Norbey Muñoz" userId="b7e811e8891ccd42" providerId="LiveId" clId="{2482167B-ADD3-4E68-AB8B-ADE9CECE27D0}" dt="2026-10-16T05:14:33.994" v="1382" actId="20577"/>
        <pc:sldMkLst>
          <pc:docMk/>
          <pc:sldMk cId="25977053" sldId="272"/>
        </pc:sldMkLst>
        <pc:spChg chg="mod">
          <ac:chgData name="Norbey Muñoz" userId="b7e811e8891ccd42" providerId="LiveId" clId="{2482167B-ADD3-4E68-AB8B-ADE9CECE27D0}" dt="2026-10-16T05:14:33.994" v="1382" actId="20577"/>
          <ac:spMkLst>
            <pc:docMk/>
            <pc:sldMk cId="25977053" sldId="272"/>
            <ac:spMk id="72" creationId="{3AC77E1B-B7C6-50EE-EEBB-C018E58CA41E}"/>
          </ac:spMkLst>
        </pc:spChg>
        <pc:picChg chg="add del">
          <ac:chgData name="Norbey Muñoz" userId="b7e811e8891ccd42" providerId="LiveId" clId="{2482167B-ADD3-4E68-AB8B-ADE9CECE27D0}" dt="2026-10-16T05:12:50.729" v="1364" actId="478"/>
          <ac:picMkLst>
            <pc:docMk/>
            <pc:sldMk cId="25977053" sldId="272"/>
            <ac:picMk id="3" creationId="{E6D8A97C-3DE2-0D75-6C74-0841ADBFDBCA}"/>
          </ac:picMkLst>
        </pc:picChg>
        <pc:picChg chg="add">
          <ac:chgData name="Norbey Muñoz" userId="b7e811e8891ccd42" providerId="LiveId" clId="{2482167B-ADD3-4E68-AB8B-ADE9CECE27D0}" dt="2026-10-16T05:14:26.908" v="1365" actId="22"/>
          <ac:picMkLst>
            <pc:docMk/>
            <pc:sldMk cId="25977053" sldId="272"/>
            <ac:picMk id="4" creationId="{00E42BB9-953A-8270-98D4-B45136AF05BE}"/>
          </ac:picMkLst>
        </pc:picChg>
      </pc:sldChg>
      <pc:sldChg chg="addSp delSp modSp add mod">
        <pc:chgData name="Norbey Muñoz" userId="b7e811e8891ccd42" providerId="LiveId" clId="{2482167B-ADD3-4E68-AB8B-ADE9CECE27D0}" dt="2026-10-16T04:51:53.228" v="1297" actId="22"/>
        <pc:sldMkLst>
          <pc:docMk/>
          <pc:sldMk cId="3219682458" sldId="285"/>
        </pc:sldMkLst>
        <pc:spChg chg="mod">
          <ac:chgData name="Norbey Muñoz" userId="b7e811e8891ccd42" providerId="LiveId" clId="{2482167B-ADD3-4E68-AB8B-ADE9CECE27D0}" dt="2026-10-16T04:51:33.176" v="1295" actId="20577"/>
          <ac:spMkLst>
            <pc:docMk/>
            <pc:sldMk cId="3219682458" sldId="285"/>
            <ac:spMk id="65" creationId="{06592CFD-D9ED-80FF-5570-9FA568721D35}"/>
          </ac:spMkLst>
        </pc:spChg>
        <pc:picChg chg="add del">
          <ac:chgData name="Norbey Muñoz" userId="b7e811e8891ccd42" providerId="LiveId" clId="{2482167B-ADD3-4E68-AB8B-ADE9CECE27D0}" dt="2026-10-16T04:51:35.149" v="1296" actId="478"/>
          <ac:picMkLst>
            <pc:docMk/>
            <pc:sldMk cId="3219682458" sldId="285"/>
            <ac:picMk id="3" creationId="{09C4A1BC-0512-2A1E-91D4-6ADEFFE59FAB}"/>
          </ac:picMkLst>
        </pc:picChg>
        <pc:picChg chg="add">
          <ac:chgData name="Norbey Muñoz" userId="b7e811e8891ccd42" providerId="LiveId" clId="{2482167B-ADD3-4E68-AB8B-ADE9CECE27D0}" dt="2026-10-16T04:51:53.228" v="1297" actId="22"/>
          <ac:picMkLst>
            <pc:docMk/>
            <pc:sldMk cId="3219682458" sldId="285"/>
            <ac:picMk id="4" creationId="{C44C5AC1-51D1-104A-30B2-830211A7B420}"/>
          </ac:picMkLst>
        </pc:picChg>
      </pc:sldChg>
      <pc:sldChg chg="addSp delSp modSp add mod ord">
        <pc:chgData name="Norbey Muñoz" userId="b7e811e8891ccd42" providerId="LiveId" clId="{2482167B-ADD3-4E68-AB8B-ADE9CECE27D0}" dt="2026-10-16T04:53:44.073" v="1317" actId="22"/>
        <pc:sldMkLst>
          <pc:docMk/>
          <pc:sldMk cId="3111093613" sldId="286"/>
        </pc:sldMkLst>
        <pc:spChg chg="mod">
          <ac:chgData name="Norbey Muñoz" userId="b7e811e8891ccd42" providerId="LiveId" clId="{2482167B-ADD3-4E68-AB8B-ADE9CECE27D0}" dt="2026-10-16T04:53:24.720" v="1315" actId="20577"/>
          <ac:spMkLst>
            <pc:docMk/>
            <pc:sldMk cId="3111093613" sldId="286"/>
            <ac:spMk id="72" creationId="{C1DA8349-43C4-D92D-66D8-E3801AE38E9B}"/>
          </ac:spMkLst>
        </pc:spChg>
        <pc:picChg chg="add">
          <ac:chgData name="Norbey Muñoz" userId="b7e811e8891ccd42" providerId="LiveId" clId="{2482167B-ADD3-4E68-AB8B-ADE9CECE27D0}" dt="2026-10-16T04:53:44.073" v="1317" actId="22"/>
          <ac:picMkLst>
            <pc:docMk/>
            <pc:sldMk cId="3111093613" sldId="286"/>
            <ac:picMk id="3" creationId="{D1C211BB-F3D5-2D3D-87D6-41B32AFD23CE}"/>
          </ac:picMkLst>
        </pc:picChg>
        <pc:picChg chg="add del">
          <ac:chgData name="Norbey Muñoz" userId="b7e811e8891ccd42" providerId="LiveId" clId="{2482167B-ADD3-4E68-AB8B-ADE9CECE27D0}" dt="2026-10-16T04:53:26.361" v="1316" actId="478"/>
          <ac:picMkLst>
            <pc:docMk/>
            <pc:sldMk cId="3111093613" sldId="286"/>
            <ac:picMk id="4" creationId="{9EF55887-A13E-70CA-1D50-5F0C880C2F68}"/>
          </ac:picMkLst>
        </pc:picChg>
      </pc:sldChg>
      <pc:sldChg chg="addSp delSp modSp add mod">
        <pc:chgData name="Norbey Muñoz" userId="b7e811e8891ccd42" providerId="LiveId" clId="{2482167B-ADD3-4E68-AB8B-ADE9CECE27D0}" dt="2026-10-16T04:54:44.951" v="1328" actId="22"/>
        <pc:sldMkLst>
          <pc:docMk/>
          <pc:sldMk cId="3374943065" sldId="287"/>
        </pc:sldMkLst>
        <pc:spChg chg="mod">
          <ac:chgData name="Norbey Muñoz" userId="b7e811e8891ccd42" providerId="LiveId" clId="{2482167B-ADD3-4E68-AB8B-ADE9CECE27D0}" dt="2026-10-16T04:54:42.795" v="1327" actId="20577"/>
          <ac:spMkLst>
            <pc:docMk/>
            <pc:sldMk cId="3374943065" sldId="287"/>
            <ac:spMk id="72" creationId="{6F51436A-C38A-2D71-DC0F-2F7BF0701668}"/>
          </ac:spMkLst>
        </pc:spChg>
        <pc:picChg chg="add del">
          <ac:chgData name="Norbey Muñoz" userId="b7e811e8891ccd42" providerId="LiveId" clId="{2482167B-ADD3-4E68-AB8B-ADE9CECE27D0}" dt="2026-10-16T04:54:36.568" v="1318" actId="478"/>
          <ac:picMkLst>
            <pc:docMk/>
            <pc:sldMk cId="3374943065" sldId="287"/>
            <ac:picMk id="3" creationId="{7751C5D4-9B5B-E936-A879-C81FA0C018E5}"/>
          </ac:picMkLst>
        </pc:picChg>
        <pc:picChg chg="add">
          <ac:chgData name="Norbey Muñoz" userId="b7e811e8891ccd42" providerId="LiveId" clId="{2482167B-ADD3-4E68-AB8B-ADE9CECE27D0}" dt="2026-10-16T04:54:44.951" v="1328" actId="22"/>
          <ac:picMkLst>
            <pc:docMk/>
            <pc:sldMk cId="3374943065" sldId="287"/>
            <ac:picMk id="4" creationId="{FF7E7DB6-8A77-0F59-5E1B-4A218B112323}"/>
          </ac:picMkLst>
        </pc:picChg>
      </pc:sldChg>
      <pc:sldChg chg="addSp delSp modSp add mod">
        <pc:chgData name="Norbey Muñoz" userId="b7e811e8891ccd42" providerId="LiveId" clId="{2482167B-ADD3-4E68-AB8B-ADE9CECE27D0}" dt="2026-10-16T04:56:07.655" v="1347" actId="22"/>
        <pc:sldMkLst>
          <pc:docMk/>
          <pc:sldMk cId="1362141497" sldId="288"/>
        </pc:sldMkLst>
        <pc:spChg chg="mod">
          <ac:chgData name="Norbey Muñoz" userId="b7e811e8891ccd42" providerId="LiveId" clId="{2482167B-ADD3-4E68-AB8B-ADE9CECE27D0}" dt="2026-10-16T04:55:43.895" v="1343" actId="20577"/>
          <ac:spMkLst>
            <pc:docMk/>
            <pc:sldMk cId="1362141497" sldId="288"/>
            <ac:spMk id="72" creationId="{FC74A85B-9F3D-22CD-5CC0-C786F548F673}"/>
          </ac:spMkLst>
        </pc:spChg>
        <pc:picChg chg="add">
          <ac:chgData name="Norbey Muñoz" userId="b7e811e8891ccd42" providerId="LiveId" clId="{2482167B-ADD3-4E68-AB8B-ADE9CECE27D0}" dt="2026-10-16T04:56:07.655" v="1347" actId="22"/>
          <ac:picMkLst>
            <pc:docMk/>
            <pc:sldMk cId="1362141497" sldId="288"/>
            <ac:picMk id="3" creationId="{D8EE3559-983D-01C9-F720-88E45A441DC2}"/>
          </ac:picMkLst>
        </pc:picChg>
        <pc:picChg chg="add del mod">
          <ac:chgData name="Norbey Muñoz" userId="b7e811e8891ccd42" providerId="LiveId" clId="{2482167B-ADD3-4E68-AB8B-ADE9CECE27D0}" dt="2026-10-16T04:55:47.785" v="1345" actId="478"/>
          <ac:picMkLst>
            <pc:docMk/>
            <pc:sldMk cId="1362141497" sldId="288"/>
            <ac:picMk id="4" creationId="{2B473087-508E-3ECE-9871-61F68B54AC3D}"/>
          </ac:picMkLst>
        </pc:picChg>
        <pc:picChg chg="add del mod">
          <ac:chgData name="Norbey Muñoz" userId="b7e811e8891ccd42" providerId="LiveId" clId="{2482167B-ADD3-4E68-AB8B-ADE9CECE27D0}" dt="2026-10-16T04:55:46.046" v="1344" actId="478"/>
          <ac:picMkLst>
            <pc:docMk/>
            <pc:sldMk cId="1362141497" sldId="288"/>
            <ac:picMk id="6" creationId="{5167AD31-38EB-D14D-8860-A62D14CD647F}"/>
          </ac:picMkLst>
        </pc:picChg>
        <pc:picChg chg="add del mod">
          <ac:chgData name="Norbey Muñoz" userId="b7e811e8891ccd42" providerId="LiveId" clId="{2482167B-ADD3-4E68-AB8B-ADE9CECE27D0}" dt="2026-10-16T04:55:48.411" v="1346" actId="478"/>
          <ac:picMkLst>
            <pc:docMk/>
            <pc:sldMk cId="1362141497" sldId="288"/>
            <ac:picMk id="8" creationId="{3ECD8DB2-88E3-9F86-D6A4-B5037B766CF5}"/>
          </ac:picMkLst>
        </pc:picChg>
      </pc:sldChg>
      <pc:sldChg chg="addSp delSp modSp add mod">
        <pc:chgData name="Norbey Muñoz" userId="b7e811e8891ccd42" providerId="LiveId" clId="{2482167B-ADD3-4E68-AB8B-ADE9CECE27D0}" dt="2026-10-16T05:15:18.303" v="1398" actId="22"/>
        <pc:sldMkLst>
          <pc:docMk/>
          <pc:sldMk cId="3155727260" sldId="289"/>
        </pc:sldMkLst>
        <pc:spChg chg="mod">
          <ac:chgData name="Norbey Muñoz" userId="b7e811e8891ccd42" providerId="LiveId" clId="{2482167B-ADD3-4E68-AB8B-ADE9CECE27D0}" dt="2026-10-16T05:14:57.224" v="1396" actId="20577"/>
          <ac:spMkLst>
            <pc:docMk/>
            <pc:sldMk cId="3155727260" sldId="289"/>
            <ac:spMk id="72" creationId="{4BA5878D-677D-589A-D3D7-9529CEDCB9CB}"/>
          </ac:spMkLst>
        </pc:spChg>
        <pc:picChg chg="add">
          <ac:chgData name="Norbey Muñoz" userId="b7e811e8891ccd42" providerId="LiveId" clId="{2482167B-ADD3-4E68-AB8B-ADE9CECE27D0}" dt="2026-10-16T05:15:18.303" v="1398" actId="22"/>
          <ac:picMkLst>
            <pc:docMk/>
            <pc:sldMk cId="3155727260" sldId="289"/>
            <ac:picMk id="3" creationId="{C5F9D168-81E4-15F7-0B8F-53E228BA16B0}"/>
          </ac:picMkLst>
        </pc:picChg>
        <pc:picChg chg="add del mod">
          <ac:chgData name="Norbey Muñoz" userId="b7e811e8891ccd42" providerId="LiveId" clId="{2482167B-ADD3-4E68-AB8B-ADE9CECE27D0}" dt="2026-10-16T05:15:01.057" v="1397" actId="478"/>
          <ac:picMkLst>
            <pc:docMk/>
            <pc:sldMk cId="3155727260" sldId="289"/>
            <ac:picMk id="4" creationId="{C7DA7CC8-50A6-142A-13C5-BFABE3F2AB82}"/>
          </ac:picMkLst>
        </pc:picChg>
      </pc:sldChg>
      <pc:sldChg chg="addSp delSp modSp add mod">
        <pc:chgData name="Norbey Muñoz" userId="b7e811e8891ccd42" providerId="LiveId" clId="{2482167B-ADD3-4E68-AB8B-ADE9CECE27D0}" dt="2026-10-16T05:22:35.436" v="1410" actId="1076"/>
        <pc:sldMkLst>
          <pc:docMk/>
          <pc:sldMk cId="1884508007" sldId="290"/>
        </pc:sldMkLst>
        <pc:spChg chg="mod">
          <ac:chgData name="Norbey Muñoz" userId="b7e811e8891ccd42" providerId="LiveId" clId="{2482167B-ADD3-4E68-AB8B-ADE9CECE27D0}" dt="2026-10-16T05:19:58.491" v="1404" actId="20577"/>
          <ac:spMkLst>
            <pc:docMk/>
            <pc:sldMk cId="1884508007" sldId="290"/>
            <ac:spMk id="72" creationId="{B32A6A20-8777-6145-F771-6926574A8658}"/>
          </ac:spMkLst>
        </pc:spChg>
        <pc:picChg chg="add del mod">
          <ac:chgData name="Norbey Muñoz" userId="b7e811e8891ccd42" providerId="LiveId" clId="{2482167B-ADD3-4E68-AB8B-ADE9CECE27D0}" dt="2026-10-16T05:20:00.527" v="1405" actId="478"/>
          <ac:picMkLst>
            <pc:docMk/>
            <pc:sldMk cId="1884508007" sldId="290"/>
            <ac:picMk id="3" creationId="{CBEF9113-39E6-125D-59FE-2578BA7B00EB}"/>
          </ac:picMkLst>
        </pc:picChg>
        <pc:picChg chg="add mod">
          <ac:chgData name="Norbey Muñoz" userId="b7e811e8891ccd42" providerId="LiveId" clId="{2482167B-ADD3-4E68-AB8B-ADE9CECE27D0}" dt="2026-10-16T05:22:35.436" v="1410" actId="1076"/>
          <ac:picMkLst>
            <pc:docMk/>
            <pc:sldMk cId="1884508007" sldId="290"/>
            <ac:picMk id="4" creationId="{27882CDD-A8A0-1953-0098-347D8850D951}"/>
          </ac:picMkLst>
        </pc:picChg>
        <pc:picChg chg="add mod">
          <ac:chgData name="Norbey Muñoz" userId="b7e811e8891ccd42" providerId="LiveId" clId="{2482167B-ADD3-4E68-AB8B-ADE9CECE27D0}" dt="2026-10-16T05:22:35.436" v="1410" actId="1076"/>
          <ac:picMkLst>
            <pc:docMk/>
            <pc:sldMk cId="1884508007" sldId="290"/>
            <ac:picMk id="6" creationId="{3D43F8EF-CBDD-E552-306F-C1FCAFEC5F00}"/>
          </ac:picMkLst>
        </pc:picChg>
      </pc:sldChg>
      <pc:sldChg chg="addSp delSp modSp add mod ord">
        <pc:chgData name="Norbey Muñoz" userId="b7e811e8891ccd42" providerId="LiveId" clId="{2482167B-ADD3-4E68-AB8B-ADE9CECE27D0}" dt="2026-10-16T05:28:30.523" v="1435" actId="22"/>
        <pc:sldMkLst>
          <pc:docMk/>
          <pc:sldMk cId="654999560" sldId="291"/>
        </pc:sldMkLst>
        <pc:spChg chg="mod">
          <ac:chgData name="Norbey Muñoz" userId="b7e811e8891ccd42" providerId="LiveId" clId="{2482167B-ADD3-4E68-AB8B-ADE9CECE27D0}" dt="2026-10-16T05:28:00.946" v="1434" actId="20577"/>
          <ac:spMkLst>
            <pc:docMk/>
            <pc:sldMk cId="654999560" sldId="291"/>
            <ac:spMk id="72" creationId="{0B6DA790-C9E6-EECE-2A97-DABF49373823}"/>
          </ac:spMkLst>
        </pc:spChg>
        <pc:picChg chg="add">
          <ac:chgData name="Norbey Muñoz" userId="b7e811e8891ccd42" providerId="LiveId" clId="{2482167B-ADD3-4E68-AB8B-ADE9CECE27D0}" dt="2026-10-16T05:28:30.523" v="1435" actId="22"/>
          <ac:picMkLst>
            <pc:docMk/>
            <pc:sldMk cId="654999560" sldId="291"/>
            <ac:picMk id="3" creationId="{4A7B4157-817F-F4E3-E6E7-C9255B5A2F11}"/>
          </ac:picMkLst>
        </pc:picChg>
        <pc:picChg chg="add del">
          <ac:chgData name="Norbey Muñoz" userId="b7e811e8891ccd42" providerId="LiveId" clId="{2482167B-ADD3-4E68-AB8B-ADE9CECE27D0}" dt="2026-10-16T05:27:41.595" v="1421" actId="478"/>
          <ac:picMkLst>
            <pc:docMk/>
            <pc:sldMk cId="654999560" sldId="291"/>
            <ac:picMk id="4" creationId="{9882442B-A5E9-23D7-ED97-6FBD6B9129D4}"/>
          </ac:picMkLst>
        </pc:picChg>
      </pc:sldChg>
      <pc:sldChg chg="addSp delSp modSp add mod ord">
        <pc:chgData name="Norbey Muñoz" userId="b7e811e8891ccd42" providerId="LiveId" clId="{2482167B-ADD3-4E68-AB8B-ADE9CECE27D0}" dt="2026-10-16T17:00:03.118" v="1446" actId="22"/>
        <pc:sldMkLst>
          <pc:docMk/>
          <pc:sldMk cId="73813234" sldId="292"/>
        </pc:sldMkLst>
        <pc:spChg chg="mod">
          <ac:chgData name="Norbey Muñoz" userId="b7e811e8891ccd42" providerId="LiveId" clId="{2482167B-ADD3-4E68-AB8B-ADE9CECE27D0}" dt="2026-10-16T05:28:44.330" v="1444" actId="20577"/>
          <ac:spMkLst>
            <pc:docMk/>
            <pc:sldMk cId="73813234" sldId="292"/>
            <ac:spMk id="72" creationId="{CC611AA7-3C5F-AF32-BD82-CA77F9EC9BCF}"/>
          </ac:spMkLst>
        </pc:spChg>
        <pc:picChg chg="add del mod">
          <ac:chgData name="Norbey Muñoz" userId="b7e811e8891ccd42" providerId="LiveId" clId="{2482167B-ADD3-4E68-AB8B-ADE9CECE27D0}" dt="2026-10-16T05:28:46.224" v="1445" actId="478"/>
          <ac:picMkLst>
            <pc:docMk/>
            <pc:sldMk cId="73813234" sldId="292"/>
            <ac:picMk id="3" creationId="{24AB9BC8-312A-F3F1-26E8-C748657DFA51}"/>
          </ac:picMkLst>
        </pc:picChg>
        <pc:picChg chg="add">
          <ac:chgData name="Norbey Muñoz" userId="b7e811e8891ccd42" providerId="LiveId" clId="{2482167B-ADD3-4E68-AB8B-ADE9CECE27D0}" dt="2026-10-16T17:00:03.118" v="1446" actId="22"/>
          <ac:picMkLst>
            <pc:docMk/>
            <pc:sldMk cId="73813234" sldId="292"/>
            <ac:picMk id="4" creationId="{F2D4339C-FD7F-68E6-2F77-11A28EC5224D}"/>
          </ac:picMkLst>
        </pc:picChg>
      </pc:sldChg>
      <pc:sldChg chg="addSp delSp modSp add mod">
        <pc:chgData name="Norbey Muñoz" userId="b7e811e8891ccd42" providerId="LiveId" clId="{2482167B-ADD3-4E68-AB8B-ADE9CECE27D0}" dt="2026-10-16T17:01:28.359" v="1458" actId="22"/>
        <pc:sldMkLst>
          <pc:docMk/>
          <pc:sldMk cId="1585709527" sldId="293"/>
        </pc:sldMkLst>
        <pc:spChg chg="mod">
          <ac:chgData name="Norbey Muñoz" userId="b7e811e8891ccd42" providerId="LiveId" clId="{2482167B-ADD3-4E68-AB8B-ADE9CECE27D0}" dt="2026-10-16T17:00:37.858" v="1455" actId="20577"/>
          <ac:spMkLst>
            <pc:docMk/>
            <pc:sldMk cId="1585709527" sldId="293"/>
            <ac:spMk id="72" creationId="{7BB903FE-E852-26DA-7BC0-04AE7C9AEC0C}"/>
          </ac:spMkLst>
        </pc:spChg>
        <pc:picChg chg="add">
          <ac:chgData name="Norbey Muñoz" userId="b7e811e8891ccd42" providerId="LiveId" clId="{2482167B-ADD3-4E68-AB8B-ADE9CECE27D0}" dt="2026-10-16T17:01:28.359" v="1458" actId="22"/>
          <ac:picMkLst>
            <pc:docMk/>
            <pc:sldMk cId="1585709527" sldId="293"/>
            <ac:picMk id="3" creationId="{A81AEC44-97B8-95E6-96F9-C4861B18D9BF}"/>
          </ac:picMkLst>
        </pc:picChg>
        <pc:picChg chg="add del mod">
          <ac:chgData name="Norbey Muñoz" userId="b7e811e8891ccd42" providerId="LiveId" clId="{2482167B-ADD3-4E68-AB8B-ADE9CECE27D0}" dt="2026-10-16T17:00:50.200" v="1457" actId="478"/>
          <ac:picMkLst>
            <pc:docMk/>
            <pc:sldMk cId="1585709527" sldId="293"/>
            <ac:picMk id="4" creationId="{45148337-1E11-E6B3-4592-969A35112D41}"/>
          </ac:picMkLst>
        </pc:picChg>
        <pc:picChg chg="add del mod">
          <ac:chgData name="Norbey Muñoz" userId="b7e811e8891ccd42" providerId="LiveId" clId="{2482167B-ADD3-4E68-AB8B-ADE9CECE27D0}" dt="2026-10-16T17:00:42.507" v="1456" actId="478"/>
          <ac:picMkLst>
            <pc:docMk/>
            <pc:sldMk cId="1585709527" sldId="293"/>
            <ac:picMk id="6" creationId="{99CD3601-C646-A991-2D94-BB52E87ED43C}"/>
          </ac:picMkLst>
        </pc:picChg>
      </pc:sldChg>
      <pc:sldChg chg="addSp delSp modSp add mod">
        <pc:chgData name="Norbey Muñoz" userId="b7e811e8891ccd42" providerId="LiveId" clId="{2482167B-ADD3-4E68-AB8B-ADE9CECE27D0}" dt="2026-10-16T17:02:07.103" v="1470" actId="22"/>
        <pc:sldMkLst>
          <pc:docMk/>
          <pc:sldMk cId="1365456118" sldId="294"/>
        </pc:sldMkLst>
        <pc:spChg chg="mod">
          <ac:chgData name="Norbey Muñoz" userId="b7e811e8891ccd42" providerId="LiveId" clId="{2482167B-ADD3-4E68-AB8B-ADE9CECE27D0}" dt="2026-10-16T17:01:59.951" v="1467" actId="20577"/>
          <ac:spMkLst>
            <pc:docMk/>
            <pc:sldMk cId="1365456118" sldId="294"/>
            <ac:spMk id="72" creationId="{C6CB4EFA-1508-D683-C21F-E9DC8AB17EFC}"/>
          </ac:spMkLst>
        </pc:spChg>
        <pc:picChg chg="add del mod">
          <ac:chgData name="Norbey Muñoz" userId="b7e811e8891ccd42" providerId="LiveId" clId="{2482167B-ADD3-4E68-AB8B-ADE9CECE27D0}" dt="2026-10-16T17:02:04.042" v="1468" actId="478"/>
          <ac:picMkLst>
            <pc:docMk/>
            <pc:sldMk cId="1365456118" sldId="294"/>
            <ac:picMk id="3" creationId="{FEEC0C49-A1FC-F58A-D8C2-AF228B1C8CF4}"/>
          </ac:picMkLst>
        </pc:picChg>
        <pc:picChg chg="add">
          <ac:chgData name="Norbey Muñoz" userId="b7e811e8891ccd42" providerId="LiveId" clId="{2482167B-ADD3-4E68-AB8B-ADE9CECE27D0}" dt="2026-10-16T17:02:07.103" v="1470" actId="22"/>
          <ac:picMkLst>
            <pc:docMk/>
            <pc:sldMk cId="1365456118" sldId="294"/>
            <ac:picMk id="4" creationId="{19D9EB7C-33ED-457A-F4FD-F26D23779558}"/>
          </ac:picMkLst>
        </pc:picChg>
        <pc:picChg chg="add del mod">
          <ac:chgData name="Norbey Muñoz" userId="b7e811e8891ccd42" providerId="LiveId" clId="{2482167B-ADD3-4E68-AB8B-ADE9CECE27D0}" dt="2026-10-16T17:02:06.211" v="1469" actId="478"/>
          <ac:picMkLst>
            <pc:docMk/>
            <pc:sldMk cId="1365456118" sldId="294"/>
            <ac:picMk id="7" creationId="{4DF7C6CF-C7B9-F462-D9D5-14F1AA5FA631}"/>
          </ac:picMkLst>
        </pc:picChg>
      </pc:sldChg>
      <pc:sldChg chg="addSp delSp modSp add mod">
        <pc:chgData name="Norbey Muñoz" userId="b7e811e8891ccd42" providerId="LiveId" clId="{2482167B-ADD3-4E68-AB8B-ADE9CECE27D0}" dt="2026-10-16T17:06:32.874" v="1484" actId="22"/>
        <pc:sldMkLst>
          <pc:docMk/>
          <pc:sldMk cId="162535939" sldId="295"/>
        </pc:sldMkLst>
        <pc:spChg chg="mod">
          <ac:chgData name="Norbey Muñoz" userId="b7e811e8891ccd42" providerId="LiveId" clId="{2482167B-ADD3-4E68-AB8B-ADE9CECE27D0}" dt="2026-10-16T17:06:03.553" v="1479" actId="20577"/>
          <ac:spMkLst>
            <pc:docMk/>
            <pc:sldMk cId="162535939" sldId="295"/>
            <ac:spMk id="72" creationId="{591319C3-C69E-36B6-676E-020EE2E3F628}"/>
          </ac:spMkLst>
        </pc:spChg>
        <pc:picChg chg="add del">
          <ac:chgData name="Norbey Muñoz" userId="b7e811e8891ccd42" providerId="LiveId" clId="{2482167B-ADD3-4E68-AB8B-ADE9CECE27D0}" dt="2026-10-16T17:06:31.945" v="1483" actId="478"/>
          <ac:picMkLst>
            <pc:docMk/>
            <pc:sldMk cId="162535939" sldId="295"/>
            <ac:picMk id="3" creationId="{550BDE84-D30C-C633-6398-D982849D32C7}"/>
          </ac:picMkLst>
        </pc:picChg>
        <pc:picChg chg="add del mod">
          <ac:chgData name="Norbey Muñoz" userId="b7e811e8891ccd42" providerId="LiveId" clId="{2482167B-ADD3-4E68-AB8B-ADE9CECE27D0}" dt="2026-10-16T17:06:06.653" v="1480" actId="478"/>
          <ac:picMkLst>
            <pc:docMk/>
            <pc:sldMk cId="162535939" sldId="295"/>
            <ac:picMk id="4" creationId="{A5329E7E-63BB-CDFF-944C-83ADF4946FD9}"/>
          </ac:picMkLst>
        </pc:picChg>
        <pc:picChg chg="add del mod">
          <ac:chgData name="Norbey Muñoz" userId="b7e811e8891ccd42" providerId="LiveId" clId="{2482167B-ADD3-4E68-AB8B-ADE9CECE27D0}" dt="2026-10-16T17:06:07.750" v="1481" actId="478"/>
          <ac:picMkLst>
            <pc:docMk/>
            <pc:sldMk cId="162535939" sldId="295"/>
            <ac:picMk id="6" creationId="{96220BF3-71D6-F2A3-BE8D-23D47185514A}"/>
          </ac:picMkLst>
        </pc:picChg>
        <pc:picChg chg="add">
          <ac:chgData name="Norbey Muñoz" userId="b7e811e8891ccd42" providerId="LiveId" clId="{2482167B-ADD3-4E68-AB8B-ADE9CECE27D0}" dt="2026-10-16T17:06:32.874" v="1484" actId="22"/>
          <ac:picMkLst>
            <pc:docMk/>
            <pc:sldMk cId="162535939" sldId="295"/>
            <ac:picMk id="7" creationId="{522A7FF7-9F34-25A0-A85F-A2EFAB4E16B3}"/>
          </ac:picMkLst>
        </pc:picChg>
      </pc:sldChg>
      <pc:sldChg chg="addSp delSp modSp add mod">
        <pc:chgData name="Norbey Muñoz" userId="b7e811e8891ccd42" providerId="LiveId" clId="{2482167B-ADD3-4E68-AB8B-ADE9CECE27D0}" dt="2026-10-16T17:15:50.090" v="1510" actId="478"/>
        <pc:sldMkLst>
          <pc:docMk/>
          <pc:sldMk cId="3102032336" sldId="296"/>
        </pc:sldMkLst>
        <pc:spChg chg="mod">
          <ac:chgData name="Norbey Muñoz" userId="b7e811e8891ccd42" providerId="LiveId" clId="{2482167B-ADD3-4E68-AB8B-ADE9CECE27D0}" dt="2026-10-16T17:15:46.907" v="1509" actId="20577"/>
          <ac:spMkLst>
            <pc:docMk/>
            <pc:sldMk cId="3102032336" sldId="296"/>
            <ac:spMk id="72" creationId="{D4F87050-6135-3157-F56A-BE477E39808C}"/>
          </ac:spMkLst>
        </pc:spChg>
        <pc:picChg chg="add del">
          <ac:chgData name="Norbey Muñoz" userId="b7e811e8891ccd42" providerId="LiveId" clId="{2482167B-ADD3-4E68-AB8B-ADE9CECE27D0}" dt="2026-10-16T17:15:50.090" v="1510" actId="478"/>
          <ac:picMkLst>
            <pc:docMk/>
            <pc:sldMk cId="3102032336" sldId="296"/>
            <ac:picMk id="3" creationId="{93FB79F0-B417-42B9-2C15-85F0D2326C91}"/>
          </ac:picMkLst>
        </pc:picChg>
      </pc:sldChg>
      <pc:sldChg chg="addSp delSp modSp add mod ord">
        <pc:chgData name="Norbey Muñoz" userId="b7e811e8891ccd42" providerId="LiveId" clId="{2482167B-ADD3-4E68-AB8B-ADE9CECE27D0}" dt="2026-10-16T17:15:37.840" v="1498" actId="478"/>
        <pc:sldMkLst>
          <pc:docMk/>
          <pc:sldMk cId="1052312189" sldId="297"/>
        </pc:sldMkLst>
        <pc:spChg chg="mod">
          <ac:chgData name="Norbey Muñoz" userId="b7e811e8891ccd42" providerId="LiveId" clId="{2482167B-ADD3-4E68-AB8B-ADE9CECE27D0}" dt="2026-10-16T17:15:35.475" v="1497" actId="20577"/>
          <ac:spMkLst>
            <pc:docMk/>
            <pc:sldMk cId="1052312189" sldId="297"/>
            <ac:spMk id="72" creationId="{30075100-73C7-A80A-FF9D-233838B82E12}"/>
          </ac:spMkLst>
        </pc:spChg>
        <pc:picChg chg="add del">
          <ac:chgData name="Norbey Muñoz" userId="b7e811e8891ccd42" providerId="LiveId" clId="{2482167B-ADD3-4E68-AB8B-ADE9CECE27D0}" dt="2026-10-16T17:15:37.840" v="1498" actId="478"/>
          <ac:picMkLst>
            <pc:docMk/>
            <pc:sldMk cId="1052312189" sldId="297"/>
            <ac:picMk id="3" creationId="{33A3EDEE-D6EA-B3FB-EEE4-4EF2890D8420}"/>
          </ac:picMkLst>
        </pc:picChg>
      </pc:sldChg>
      <pc:sldChg chg="addSp delSp modSp add mod">
        <pc:chgData name="Norbey Muñoz" userId="b7e811e8891ccd42" providerId="LiveId" clId="{2482167B-ADD3-4E68-AB8B-ADE9CECE27D0}" dt="2026-10-16T17:15:57.637" v="1520" actId="478"/>
        <pc:sldMkLst>
          <pc:docMk/>
          <pc:sldMk cId="3225829565" sldId="298"/>
        </pc:sldMkLst>
        <pc:spChg chg="mod">
          <ac:chgData name="Norbey Muñoz" userId="b7e811e8891ccd42" providerId="LiveId" clId="{2482167B-ADD3-4E68-AB8B-ADE9CECE27D0}" dt="2026-10-16T17:15:55.550" v="1519" actId="20577"/>
          <ac:spMkLst>
            <pc:docMk/>
            <pc:sldMk cId="3225829565" sldId="298"/>
            <ac:spMk id="72" creationId="{35E63047-AC79-51E4-B653-2686B0B68A1D}"/>
          </ac:spMkLst>
        </pc:spChg>
        <pc:picChg chg="add del">
          <ac:chgData name="Norbey Muñoz" userId="b7e811e8891ccd42" providerId="LiveId" clId="{2482167B-ADD3-4E68-AB8B-ADE9CECE27D0}" dt="2026-10-16T17:15:57.637" v="1520" actId="478"/>
          <ac:picMkLst>
            <pc:docMk/>
            <pc:sldMk cId="3225829565" sldId="298"/>
            <ac:picMk id="4" creationId="{DE870AA3-0A9E-AF21-AE92-C8C86B6DA3E5}"/>
          </ac:picMkLst>
        </pc:picChg>
      </pc:sldChg>
      <pc:sldChg chg="addSp delSp modSp add mod">
        <pc:chgData name="Norbey Muñoz" userId="b7e811e8891ccd42" providerId="LiveId" clId="{2482167B-ADD3-4E68-AB8B-ADE9CECE27D0}" dt="2026-10-16T17:16:10.021" v="1535" actId="20577"/>
        <pc:sldMkLst>
          <pc:docMk/>
          <pc:sldMk cId="2032236627" sldId="299"/>
        </pc:sldMkLst>
        <pc:spChg chg="mod">
          <ac:chgData name="Norbey Muñoz" userId="b7e811e8891ccd42" providerId="LiveId" clId="{2482167B-ADD3-4E68-AB8B-ADE9CECE27D0}" dt="2026-10-16T17:16:10.021" v="1535" actId="20577"/>
          <ac:spMkLst>
            <pc:docMk/>
            <pc:sldMk cId="2032236627" sldId="299"/>
            <ac:spMk id="72" creationId="{446C8A2E-D00A-9D6A-E39A-B6F01165541F}"/>
          </ac:spMkLst>
        </pc:spChg>
        <pc:picChg chg="add del mod">
          <ac:chgData name="Norbey Muñoz" userId="b7e811e8891ccd42" providerId="LiveId" clId="{2482167B-ADD3-4E68-AB8B-ADE9CECE27D0}" dt="2026-10-16T17:16:05.311" v="1522" actId="478"/>
          <ac:picMkLst>
            <pc:docMk/>
            <pc:sldMk cId="2032236627" sldId="299"/>
            <ac:picMk id="3" creationId="{813D0C56-E79A-9D9A-4D7A-7230A3574A4F}"/>
          </ac:picMkLst>
        </pc:picChg>
        <pc:picChg chg="add del mod">
          <ac:chgData name="Norbey Muñoz" userId="b7e811e8891ccd42" providerId="LiveId" clId="{2482167B-ADD3-4E68-AB8B-ADE9CECE27D0}" dt="2026-10-16T17:16:02.607" v="1521" actId="478"/>
          <ac:picMkLst>
            <pc:docMk/>
            <pc:sldMk cId="2032236627" sldId="299"/>
            <ac:picMk id="6" creationId="{833164AE-745A-3974-CB51-D67A1F98B3DC}"/>
          </ac:picMkLst>
        </pc:picChg>
      </pc:sldChg>
      <pc:sldChg chg="addSp delSp modSp add mod">
        <pc:chgData name="Norbey Muñoz" userId="b7e811e8891ccd42" providerId="LiveId" clId="{2482167B-ADD3-4E68-AB8B-ADE9CECE27D0}" dt="2026-10-16T17:16:14.706" v="1536" actId="478"/>
        <pc:sldMkLst>
          <pc:docMk/>
          <pc:sldMk cId="47484887" sldId="300"/>
        </pc:sldMkLst>
        <pc:picChg chg="add del mod">
          <ac:chgData name="Norbey Muñoz" userId="b7e811e8891ccd42" providerId="LiveId" clId="{2482167B-ADD3-4E68-AB8B-ADE9CECE27D0}" dt="2026-10-16T17:16:14.706" v="1536" actId="478"/>
          <ac:picMkLst>
            <pc:docMk/>
            <pc:sldMk cId="47484887" sldId="300"/>
            <ac:picMk id="4" creationId="{A5167541-D9B8-9479-9066-A385093F1187}"/>
          </ac:picMkLst>
        </pc:picChg>
      </pc:sldChg>
      <pc:sldChg chg="addSp delSp modSp add mod">
        <pc:chgData name="Norbey Muñoz" userId="b7e811e8891ccd42" providerId="LiveId" clId="{2482167B-ADD3-4E68-AB8B-ADE9CECE27D0}" dt="2026-10-16T17:16:25.686" v="1538" actId="478"/>
        <pc:sldMkLst>
          <pc:docMk/>
          <pc:sldMk cId="2548014991" sldId="301"/>
        </pc:sldMkLst>
        <pc:picChg chg="add del mod">
          <ac:chgData name="Norbey Muñoz" userId="b7e811e8891ccd42" providerId="LiveId" clId="{2482167B-ADD3-4E68-AB8B-ADE9CECE27D0}" dt="2026-10-16T17:16:25.686" v="1538" actId="478"/>
          <ac:picMkLst>
            <pc:docMk/>
            <pc:sldMk cId="2548014991" sldId="301"/>
            <ac:picMk id="3" creationId="{8FB07F64-5077-E41A-E43F-70D5B6E9F812}"/>
          </ac:picMkLst>
        </pc:picChg>
        <pc:picChg chg="add del mod">
          <ac:chgData name="Norbey Muñoz" userId="b7e811e8891ccd42" providerId="LiveId" clId="{2482167B-ADD3-4E68-AB8B-ADE9CECE27D0}" dt="2026-10-16T17:16:20.257" v="1537" actId="478"/>
          <ac:picMkLst>
            <pc:docMk/>
            <pc:sldMk cId="2548014991" sldId="301"/>
            <ac:picMk id="6" creationId="{0E52D8EF-8AD7-D826-BC50-A90D464C3843}"/>
          </ac:picMkLst>
        </pc:picChg>
      </pc:sldChg>
      <pc:sldChg chg="addSp delSp modSp add mod ord">
        <pc:chgData name="Norbey Muñoz" userId="b7e811e8891ccd42" providerId="LiveId" clId="{2482167B-ADD3-4E68-AB8B-ADE9CECE27D0}" dt="2026-10-16T17:16:36.839" v="1556" actId="478"/>
        <pc:sldMkLst>
          <pc:docMk/>
          <pc:sldMk cId="2452981237" sldId="302"/>
        </pc:sldMkLst>
        <pc:spChg chg="mod">
          <ac:chgData name="Norbey Muñoz" userId="b7e811e8891ccd42" providerId="LiveId" clId="{2482167B-ADD3-4E68-AB8B-ADE9CECE27D0}" dt="2026-10-16T17:16:34.530" v="1555" actId="20577"/>
          <ac:spMkLst>
            <pc:docMk/>
            <pc:sldMk cId="2452981237" sldId="302"/>
            <ac:spMk id="72" creationId="{3DCD2417-4B86-71B4-230A-BE4EEB44E6C7}"/>
          </ac:spMkLst>
        </pc:spChg>
        <pc:picChg chg="del">
          <ac:chgData name="Norbey Muñoz" userId="b7e811e8891ccd42" providerId="LiveId" clId="{2482167B-ADD3-4E68-AB8B-ADE9CECE27D0}" dt="2026-10-16T03:37:22.340" v="1230" actId="478"/>
          <ac:picMkLst>
            <pc:docMk/>
            <pc:sldMk cId="2452981237" sldId="302"/>
            <ac:picMk id="3" creationId="{76FFEBEE-ABDA-49F0-C48C-32466EECEFC7}"/>
          </ac:picMkLst>
        </pc:picChg>
        <pc:picChg chg="add del">
          <ac:chgData name="Norbey Muñoz" userId="b7e811e8891ccd42" providerId="LiveId" clId="{2482167B-ADD3-4E68-AB8B-ADE9CECE27D0}" dt="2026-10-16T17:16:36.839" v="1556" actId="478"/>
          <ac:picMkLst>
            <pc:docMk/>
            <pc:sldMk cId="2452981237" sldId="302"/>
            <ac:picMk id="4" creationId="{416255E9-54AC-D531-208F-657E6A86DD4A}"/>
          </ac:picMkLst>
        </pc:picChg>
      </pc:sldChg>
      <pc:sldChg chg="addSp delSp modSp add mod">
        <pc:chgData name="Norbey Muñoz" userId="b7e811e8891ccd42" providerId="LiveId" clId="{2482167B-ADD3-4E68-AB8B-ADE9CECE27D0}" dt="2026-10-16T17:16:40.980" v="1557" actId="478"/>
        <pc:sldMkLst>
          <pc:docMk/>
          <pc:sldMk cId="3675548026" sldId="303"/>
        </pc:sldMkLst>
        <pc:spChg chg="mod">
          <ac:chgData name="Norbey Muñoz" userId="b7e811e8891ccd42" providerId="LiveId" clId="{2482167B-ADD3-4E68-AB8B-ADE9CECE27D0}" dt="2026-10-16T03:42:04.842" v="1241" actId="20577"/>
          <ac:spMkLst>
            <pc:docMk/>
            <pc:sldMk cId="3675548026" sldId="303"/>
            <ac:spMk id="72" creationId="{81167C1F-8EFA-A0F6-D856-2F4B15382347}"/>
          </ac:spMkLst>
        </pc:spChg>
        <pc:picChg chg="add del">
          <ac:chgData name="Norbey Muñoz" userId="b7e811e8891ccd42" providerId="LiveId" clId="{2482167B-ADD3-4E68-AB8B-ADE9CECE27D0}" dt="2026-10-16T17:16:40.980" v="1557" actId="478"/>
          <ac:picMkLst>
            <pc:docMk/>
            <pc:sldMk cId="3675548026" sldId="303"/>
            <ac:picMk id="3" creationId="{15C5BCCE-3EF0-959A-1458-B70608B33146}"/>
          </ac:picMkLst>
        </pc:picChg>
        <pc:picChg chg="del">
          <ac:chgData name="Norbey Muñoz" userId="b7e811e8891ccd42" providerId="LiveId" clId="{2482167B-ADD3-4E68-AB8B-ADE9CECE27D0}" dt="2026-10-16T03:42:06.677" v="1242" actId="478"/>
          <ac:picMkLst>
            <pc:docMk/>
            <pc:sldMk cId="3675548026" sldId="303"/>
            <ac:picMk id="4" creationId="{B598328E-0C84-E3E9-C73A-4AA7B59DBBBB}"/>
          </ac:picMkLst>
        </pc:picChg>
      </pc:sldChg>
      <pc:sldChg chg="addSp delSp add mod">
        <pc:chgData name="Norbey Muñoz" userId="b7e811e8891ccd42" providerId="LiveId" clId="{2482167B-ADD3-4E68-AB8B-ADE9CECE27D0}" dt="2026-10-16T17:16:43.458" v="1558" actId="478"/>
        <pc:sldMkLst>
          <pc:docMk/>
          <pc:sldMk cId="2053131105" sldId="304"/>
        </pc:sldMkLst>
        <pc:picChg chg="del">
          <ac:chgData name="Norbey Muñoz" userId="b7e811e8891ccd42" providerId="LiveId" clId="{2482167B-ADD3-4E68-AB8B-ADE9CECE27D0}" dt="2026-10-16T03:43:18.168" v="1245" actId="478"/>
          <ac:picMkLst>
            <pc:docMk/>
            <pc:sldMk cId="2053131105" sldId="304"/>
            <ac:picMk id="3" creationId="{B47B1397-A1E3-3F28-FEA0-D0F0D28B654C}"/>
          </ac:picMkLst>
        </pc:picChg>
        <pc:picChg chg="add del">
          <ac:chgData name="Norbey Muñoz" userId="b7e811e8891ccd42" providerId="LiveId" clId="{2482167B-ADD3-4E68-AB8B-ADE9CECE27D0}" dt="2026-10-16T17:16:43.458" v="1558" actId="478"/>
          <ac:picMkLst>
            <pc:docMk/>
            <pc:sldMk cId="2053131105" sldId="304"/>
            <ac:picMk id="4" creationId="{05798319-A55B-8AC2-A76D-DA4757FE2E58}"/>
          </ac:picMkLst>
        </pc:picChg>
      </pc:sldChg>
      <pc:sldChg chg="addSp delSp add mod">
        <pc:chgData name="Norbey Muñoz" userId="b7e811e8891ccd42" providerId="LiveId" clId="{2482167B-ADD3-4E68-AB8B-ADE9CECE27D0}" dt="2026-10-16T17:16:45.651" v="1559" actId="478"/>
        <pc:sldMkLst>
          <pc:docMk/>
          <pc:sldMk cId="3661322695" sldId="305"/>
        </pc:sldMkLst>
        <pc:picChg chg="add del">
          <ac:chgData name="Norbey Muñoz" userId="b7e811e8891ccd42" providerId="LiveId" clId="{2482167B-ADD3-4E68-AB8B-ADE9CECE27D0}" dt="2026-10-16T17:16:45.651" v="1559" actId="478"/>
          <ac:picMkLst>
            <pc:docMk/>
            <pc:sldMk cId="3661322695" sldId="305"/>
            <ac:picMk id="3" creationId="{431DFE69-C5F8-B752-E2A1-114F47CA6161}"/>
          </ac:picMkLst>
        </pc:picChg>
        <pc:picChg chg="del">
          <ac:chgData name="Norbey Muñoz" userId="b7e811e8891ccd42" providerId="LiveId" clId="{2482167B-ADD3-4E68-AB8B-ADE9CECE27D0}" dt="2026-10-16T03:43:50.193" v="1248" actId="478"/>
          <ac:picMkLst>
            <pc:docMk/>
            <pc:sldMk cId="3661322695" sldId="305"/>
            <ac:picMk id="4" creationId="{994AA762-C4B5-3107-3AB4-296A617DC3FD}"/>
          </ac:picMkLst>
        </pc:picChg>
      </pc:sldChg>
      <pc:sldChg chg="addSp delSp add mod">
        <pc:chgData name="Norbey Muñoz" userId="b7e811e8891ccd42" providerId="LiveId" clId="{2482167B-ADD3-4E68-AB8B-ADE9CECE27D0}" dt="2026-10-16T17:16:48.133" v="1560" actId="478"/>
        <pc:sldMkLst>
          <pc:docMk/>
          <pc:sldMk cId="1842360648" sldId="306"/>
        </pc:sldMkLst>
        <pc:picChg chg="del">
          <ac:chgData name="Norbey Muñoz" userId="b7e811e8891ccd42" providerId="LiveId" clId="{2482167B-ADD3-4E68-AB8B-ADE9CECE27D0}" dt="2026-10-16T03:45:25.837" v="1251" actId="478"/>
          <ac:picMkLst>
            <pc:docMk/>
            <pc:sldMk cId="1842360648" sldId="306"/>
            <ac:picMk id="3" creationId="{E89942B7-5C1C-DBBC-67F1-74F57B3E803E}"/>
          </ac:picMkLst>
        </pc:picChg>
        <pc:picChg chg="add del">
          <ac:chgData name="Norbey Muñoz" userId="b7e811e8891ccd42" providerId="LiveId" clId="{2482167B-ADD3-4E68-AB8B-ADE9CECE27D0}" dt="2026-10-16T17:16:48.133" v="1560" actId="478"/>
          <ac:picMkLst>
            <pc:docMk/>
            <pc:sldMk cId="1842360648" sldId="306"/>
            <ac:picMk id="4" creationId="{0D3736BE-9727-C8A3-94F5-40F9B6061D32}"/>
          </ac:picMkLst>
        </pc:picChg>
      </pc:sldChg>
      <pc:sldChg chg="addSp delSp add mod">
        <pc:chgData name="Norbey Muñoz" userId="b7e811e8891ccd42" providerId="LiveId" clId="{2482167B-ADD3-4E68-AB8B-ADE9CECE27D0}" dt="2026-10-16T04:52:44.511" v="1302" actId="22"/>
        <pc:sldMkLst>
          <pc:docMk/>
          <pc:sldMk cId="1397759387" sldId="307"/>
        </pc:sldMkLst>
        <pc:picChg chg="add">
          <ac:chgData name="Norbey Muñoz" userId="b7e811e8891ccd42" providerId="LiveId" clId="{2482167B-ADD3-4E68-AB8B-ADE9CECE27D0}" dt="2026-10-16T04:52:44.511" v="1302" actId="22"/>
          <ac:picMkLst>
            <pc:docMk/>
            <pc:sldMk cId="1397759387" sldId="307"/>
            <ac:picMk id="3" creationId="{B2B33708-F0DF-248D-3333-BF6690D1882A}"/>
          </ac:picMkLst>
        </pc:picChg>
        <pc:picChg chg="del">
          <ac:chgData name="Norbey Muñoz" userId="b7e811e8891ccd42" providerId="LiveId" clId="{2482167B-ADD3-4E68-AB8B-ADE9CECE27D0}" dt="2026-10-16T04:52:29.491" v="1301" actId="478"/>
          <ac:picMkLst>
            <pc:docMk/>
            <pc:sldMk cId="1397759387" sldId="307"/>
            <ac:picMk id="4" creationId="{B888BDA6-F36C-51F8-5DC4-0DAFA738DDEF}"/>
          </ac:picMkLst>
        </pc:picChg>
      </pc:sldChg>
      <pc:sldChg chg="new del">
        <pc:chgData name="Norbey Muñoz" userId="b7e811e8891ccd42" providerId="LiveId" clId="{2482167B-ADD3-4E68-AB8B-ADE9CECE27D0}" dt="2026-10-16T04:52:26.206" v="1299" actId="680"/>
        <pc:sldMkLst>
          <pc:docMk/>
          <pc:sldMk cId="3041825480" sldId="307"/>
        </pc:sldMkLst>
      </pc:sldChg>
      <pc:sldChg chg="addSp delSp add mod">
        <pc:chgData name="Norbey Muñoz" userId="b7e811e8891ccd42" providerId="LiveId" clId="{2482167B-ADD3-4E68-AB8B-ADE9CECE27D0}" dt="2026-10-16T05:01:47.168" v="1350" actId="22"/>
        <pc:sldMkLst>
          <pc:docMk/>
          <pc:sldMk cId="1538245602" sldId="308"/>
        </pc:sldMkLst>
        <pc:picChg chg="del">
          <ac:chgData name="Norbey Muñoz" userId="b7e811e8891ccd42" providerId="LiveId" clId="{2482167B-ADD3-4E68-AB8B-ADE9CECE27D0}" dt="2026-10-16T05:01:31.108" v="1349" actId="478"/>
          <ac:picMkLst>
            <pc:docMk/>
            <pc:sldMk cId="1538245602" sldId="308"/>
            <ac:picMk id="3" creationId="{2390A014-BC36-CC8C-301F-D2498F1B8D14}"/>
          </ac:picMkLst>
        </pc:picChg>
        <pc:picChg chg="add">
          <ac:chgData name="Norbey Muñoz" userId="b7e811e8891ccd42" providerId="LiveId" clId="{2482167B-ADD3-4E68-AB8B-ADE9CECE27D0}" dt="2026-10-16T05:01:47.168" v="1350" actId="22"/>
          <ac:picMkLst>
            <pc:docMk/>
            <pc:sldMk cId="1538245602" sldId="308"/>
            <ac:picMk id="4" creationId="{FF1BE110-F4BF-79B7-0E10-63182A99797B}"/>
          </ac:picMkLst>
        </pc:picChg>
      </pc:sldChg>
      <pc:sldChg chg="addSp delSp modSp add mod">
        <pc:chgData name="Norbey Muñoz" userId="b7e811e8891ccd42" providerId="LiveId" clId="{2482167B-ADD3-4E68-AB8B-ADE9CECE27D0}" dt="2026-10-16T05:03:09.645" v="1359" actId="1076"/>
        <pc:sldMkLst>
          <pc:docMk/>
          <pc:sldMk cId="2016255677" sldId="309"/>
        </pc:sldMkLst>
        <pc:picChg chg="add mod">
          <ac:chgData name="Norbey Muñoz" userId="b7e811e8891ccd42" providerId="LiveId" clId="{2482167B-ADD3-4E68-AB8B-ADE9CECE27D0}" dt="2026-10-16T05:02:28.993" v="1355" actId="1076"/>
          <ac:picMkLst>
            <pc:docMk/>
            <pc:sldMk cId="2016255677" sldId="309"/>
            <ac:picMk id="3" creationId="{0E99AA29-7BD4-76E4-197B-5BC80566371A}"/>
          </ac:picMkLst>
        </pc:picChg>
        <pc:picChg chg="del">
          <ac:chgData name="Norbey Muñoz" userId="b7e811e8891ccd42" providerId="LiveId" clId="{2482167B-ADD3-4E68-AB8B-ADE9CECE27D0}" dt="2026-10-16T05:02:10.571" v="1352" actId="478"/>
          <ac:picMkLst>
            <pc:docMk/>
            <pc:sldMk cId="2016255677" sldId="309"/>
            <ac:picMk id="4" creationId="{55021813-E6B6-0DC2-BAA3-7557E0726256}"/>
          </ac:picMkLst>
        </pc:picChg>
        <pc:picChg chg="add mod">
          <ac:chgData name="Norbey Muñoz" userId="b7e811e8891ccd42" providerId="LiveId" clId="{2482167B-ADD3-4E68-AB8B-ADE9CECE27D0}" dt="2026-10-16T05:03:09.645" v="1359" actId="1076"/>
          <ac:picMkLst>
            <pc:docMk/>
            <pc:sldMk cId="2016255677" sldId="309"/>
            <ac:picMk id="6" creationId="{D546DBBB-52FE-2665-568C-BD8DBD1D2297}"/>
          </ac:picMkLst>
        </pc:picChg>
      </pc:sldChg>
      <pc:sldChg chg="addSp delSp add mod">
        <pc:chgData name="Norbey Muñoz" userId="b7e811e8891ccd42" providerId="LiveId" clId="{2482167B-ADD3-4E68-AB8B-ADE9CECE27D0}" dt="2026-10-16T05:05:45.478" v="1363" actId="22"/>
        <pc:sldMkLst>
          <pc:docMk/>
          <pc:sldMk cId="3094149974" sldId="310"/>
        </pc:sldMkLst>
        <pc:picChg chg="del">
          <ac:chgData name="Norbey Muñoz" userId="b7e811e8891ccd42" providerId="LiveId" clId="{2482167B-ADD3-4E68-AB8B-ADE9CECE27D0}" dt="2026-10-16T05:03:46.172" v="1361" actId="478"/>
          <ac:picMkLst>
            <pc:docMk/>
            <pc:sldMk cId="3094149974" sldId="310"/>
            <ac:picMk id="3" creationId="{F2E8DC16-9CA0-29DF-E740-2AE7DA75F07F}"/>
          </ac:picMkLst>
        </pc:picChg>
        <pc:picChg chg="add">
          <ac:chgData name="Norbey Muñoz" userId="b7e811e8891ccd42" providerId="LiveId" clId="{2482167B-ADD3-4E68-AB8B-ADE9CECE27D0}" dt="2026-10-16T05:05:45.478" v="1363" actId="22"/>
          <ac:picMkLst>
            <pc:docMk/>
            <pc:sldMk cId="3094149974" sldId="310"/>
            <ac:picMk id="4" creationId="{832DE2BA-5839-BBE0-F319-8DCED4310744}"/>
          </ac:picMkLst>
        </pc:picChg>
        <pc:picChg chg="del">
          <ac:chgData name="Norbey Muñoz" userId="b7e811e8891ccd42" providerId="LiveId" clId="{2482167B-ADD3-4E68-AB8B-ADE9CECE27D0}" dt="2026-10-16T05:03:46.955" v="1362" actId="478"/>
          <ac:picMkLst>
            <pc:docMk/>
            <pc:sldMk cId="3094149974" sldId="310"/>
            <ac:picMk id="6" creationId="{FAC479B9-0E04-71FA-4373-4FFF7A61FC63}"/>
          </ac:picMkLst>
        </pc:picChg>
      </pc:sldChg>
      <pc:sldChg chg="addSp delSp add mod">
        <pc:chgData name="Norbey Muñoz" userId="b7e811e8891ccd42" providerId="LiveId" clId="{2482167B-ADD3-4E68-AB8B-ADE9CECE27D0}" dt="2026-10-16T05:23:00.978" v="1414" actId="22"/>
        <pc:sldMkLst>
          <pc:docMk/>
          <pc:sldMk cId="735643507" sldId="311"/>
        </pc:sldMkLst>
        <pc:picChg chg="add">
          <ac:chgData name="Norbey Muñoz" userId="b7e811e8891ccd42" providerId="LiveId" clId="{2482167B-ADD3-4E68-AB8B-ADE9CECE27D0}" dt="2026-10-16T05:23:00.978" v="1414" actId="22"/>
          <ac:picMkLst>
            <pc:docMk/>
            <pc:sldMk cId="735643507" sldId="311"/>
            <ac:picMk id="3" creationId="{BB2912D4-BA37-3525-3915-E0B336649EFB}"/>
          </ac:picMkLst>
        </pc:picChg>
        <pc:picChg chg="del">
          <ac:chgData name="Norbey Muñoz" userId="b7e811e8891ccd42" providerId="LiveId" clId="{2482167B-ADD3-4E68-AB8B-ADE9CECE27D0}" dt="2026-10-16T05:22:42.596" v="1413" actId="478"/>
          <ac:picMkLst>
            <pc:docMk/>
            <pc:sldMk cId="735643507" sldId="311"/>
            <ac:picMk id="4" creationId="{44A9CE93-52CA-1569-A36C-FDA5215CBE4D}"/>
          </ac:picMkLst>
        </pc:picChg>
        <pc:picChg chg="del">
          <ac:chgData name="Norbey Muñoz" userId="b7e811e8891ccd42" providerId="LiveId" clId="{2482167B-ADD3-4E68-AB8B-ADE9CECE27D0}" dt="2026-10-16T05:22:40.504" v="1412" actId="478"/>
          <ac:picMkLst>
            <pc:docMk/>
            <pc:sldMk cId="735643507" sldId="311"/>
            <ac:picMk id="6" creationId="{CE3064BE-48E8-AB82-D99D-617CCE3DED5A}"/>
          </ac:picMkLst>
        </pc:picChg>
      </pc:sldChg>
      <pc:sldChg chg="addSp delSp add mod">
        <pc:chgData name="Norbey Muñoz" userId="b7e811e8891ccd42" providerId="LiveId" clId="{2482167B-ADD3-4E68-AB8B-ADE9CECE27D0}" dt="2026-10-16T05:25:23.510" v="1417" actId="22"/>
        <pc:sldMkLst>
          <pc:docMk/>
          <pc:sldMk cId="3099740514" sldId="312"/>
        </pc:sldMkLst>
        <pc:picChg chg="del">
          <ac:chgData name="Norbey Muñoz" userId="b7e811e8891ccd42" providerId="LiveId" clId="{2482167B-ADD3-4E68-AB8B-ADE9CECE27D0}" dt="2026-10-16T05:25:22.680" v="1416" actId="478"/>
          <ac:picMkLst>
            <pc:docMk/>
            <pc:sldMk cId="3099740514" sldId="312"/>
            <ac:picMk id="3" creationId="{E9F269BB-E393-2FCD-9BCB-1D9B4CF9BE9B}"/>
          </ac:picMkLst>
        </pc:picChg>
        <pc:picChg chg="add">
          <ac:chgData name="Norbey Muñoz" userId="b7e811e8891ccd42" providerId="LiveId" clId="{2482167B-ADD3-4E68-AB8B-ADE9CECE27D0}" dt="2026-10-16T05:25:23.510" v="1417" actId="22"/>
          <ac:picMkLst>
            <pc:docMk/>
            <pc:sldMk cId="3099740514" sldId="312"/>
            <ac:picMk id="4" creationId="{6336ADF7-E9D9-325D-155B-C24B644E231C}"/>
          </ac:picMkLst>
        </pc:picChg>
      </pc:sldChg>
      <pc:sldChg chg="addSp delSp add mod">
        <pc:chgData name="Norbey Muñoz" userId="b7e811e8891ccd42" providerId="LiveId" clId="{2482167B-ADD3-4E68-AB8B-ADE9CECE27D0}" dt="2026-10-16T05:26:05.339" v="1420" actId="22"/>
        <pc:sldMkLst>
          <pc:docMk/>
          <pc:sldMk cId="2727879104" sldId="313"/>
        </pc:sldMkLst>
        <pc:picChg chg="add">
          <ac:chgData name="Norbey Muñoz" userId="b7e811e8891ccd42" providerId="LiveId" clId="{2482167B-ADD3-4E68-AB8B-ADE9CECE27D0}" dt="2026-10-16T05:26:05.339" v="1420" actId="22"/>
          <ac:picMkLst>
            <pc:docMk/>
            <pc:sldMk cId="2727879104" sldId="313"/>
            <ac:picMk id="3" creationId="{FBBBCA14-C7C3-1156-AAD0-18482E93DC86}"/>
          </ac:picMkLst>
        </pc:picChg>
        <pc:picChg chg="del">
          <ac:chgData name="Norbey Muñoz" userId="b7e811e8891ccd42" providerId="LiveId" clId="{2482167B-ADD3-4E68-AB8B-ADE9CECE27D0}" dt="2026-10-16T05:26:04.820" v="1419" actId="478"/>
          <ac:picMkLst>
            <pc:docMk/>
            <pc:sldMk cId="2727879104" sldId="313"/>
            <ac:picMk id="4" creationId="{A04B6B89-A940-D906-A2C9-4018C210AC81}"/>
          </ac:picMkLst>
        </pc:picChg>
      </pc:sldChg>
      <pc:sldMasterChg chg="delSldLayout">
        <pc:chgData name="Norbey Muñoz" userId="b7e811e8891ccd42" providerId="LiveId" clId="{2482167B-ADD3-4E68-AB8B-ADE9CECE27D0}" dt="2026-09-18T13:30:33.464" v="958" actId="47"/>
        <pc:sldMasterMkLst>
          <pc:docMk/>
          <pc:sldMasterMk cId="0" sldId="2147483648"/>
        </pc:sldMasterMkLst>
      </pc:sldMasterChg>
    </pc:docChg>
  </pc:docChgLst>
  <pc:docChgLst>
    <pc:chgData name="Norbey Muñoz" userId="b7e811e8891ccd42" providerId="LiveId" clId="{4F5E83F7-A7D2-4DE7-8861-4DA0D489CFE1}"/>
    <pc:docChg chg="custSel addSld modSld sldOrd">
      <pc:chgData name="Norbey Muñoz" userId="b7e811e8891ccd42" providerId="LiveId" clId="{4F5E83F7-A7D2-4DE7-8861-4DA0D489CFE1}" dt="2026-10-27T18:24:59.903" v="144" actId="22"/>
      <pc:docMkLst>
        <pc:docMk/>
      </pc:docMkLst>
      <pc:sldChg chg="addSp modSp mod">
        <pc:chgData name="Norbey Muñoz" userId="b7e811e8891ccd42" providerId="LiveId" clId="{4F5E83F7-A7D2-4DE7-8861-4DA0D489CFE1}" dt="2026-10-23T13:48:43.148" v="6" actId="1076"/>
        <pc:sldMkLst>
          <pc:docMk/>
          <pc:sldMk cId="3102032336" sldId="296"/>
        </pc:sldMkLst>
        <pc:picChg chg="add mod">
          <ac:chgData name="Norbey Muñoz" userId="b7e811e8891ccd42" providerId="LiveId" clId="{4F5E83F7-A7D2-4DE7-8861-4DA0D489CFE1}" dt="2026-10-23T13:48:43.148" v="6" actId="1076"/>
          <ac:picMkLst>
            <pc:docMk/>
            <pc:sldMk cId="3102032336" sldId="296"/>
            <ac:picMk id="3" creationId="{5D9DD3D0-152F-BC60-E29E-1986B4DBE447}"/>
          </ac:picMkLst>
        </pc:picChg>
      </pc:sldChg>
      <pc:sldChg chg="addSp modSp mod">
        <pc:chgData name="Norbey Muñoz" userId="b7e811e8891ccd42" providerId="LiveId" clId="{4F5E83F7-A7D2-4DE7-8861-4DA0D489CFE1}" dt="2026-10-23T13:47:53.976" v="1" actId="1076"/>
        <pc:sldMkLst>
          <pc:docMk/>
          <pc:sldMk cId="1052312189" sldId="297"/>
        </pc:sldMkLst>
        <pc:picChg chg="add mod">
          <ac:chgData name="Norbey Muñoz" userId="b7e811e8891ccd42" providerId="LiveId" clId="{4F5E83F7-A7D2-4DE7-8861-4DA0D489CFE1}" dt="2026-10-23T13:47:53.976" v="1" actId="1076"/>
          <ac:picMkLst>
            <pc:docMk/>
            <pc:sldMk cId="1052312189" sldId="297"/>
            <ac:picMk id="3" creationId="{541527FB-5986-2C1C-EB44-72D8552BE316}"/>
          </ac:picMkLst>
        </pc:picChg>
      </pc:sldChg>
      <pc:sldChg chg="addSp modSp mod">
        <pc:chgData name="Norbey Muñoz" userId="b7e811e8891ccd42" providerId="LiveId" clId="{4F5E83F7-A7D2-4DE7-8861-4DA0D489CFE1}" dt="2026-10-23T13:50:24.666" v="13" actId="1076"/>
        <pc:sldMkLst>
          <pc:docMk/>
          <pc:sldMk cId="3225829565" sldId="298"/>
        </pc:sldMkLst>
        <pc:picChg chg="add mod">
          <ac:chgData name="Norbey Muñoz" userId="b7e811e8891ccd42" providerId="LiveId" clId="{4F5E83F7-A7D2-4DE7-8861-4DA0D489CFE1}" dt="2026-10-23T13:49:47.430" v="9" actId="1076"/>
          <ac:picMkLst>
            <pc:docMk/>
            <pc:sldMk cId="3225829565" sldId="298"/>
            <ac:picMk id="3" creationId="{C6E9EB2E-090D-E7CA-52D0-CC9845DB5120}"/>
          </ac:picMkLst>
        </pc:picChg>
        <pc:picChg chg="add mod">
          <ac:chgData name="Norbey Muñoz" userId="b7e811e8891ccd42" providerId="LiveId" clId="{4F5E83F7-A7D2-4DE7-8861-4DA0D489CFE1}" dt="2026-10-23T13:50:24.666" v="13" actId="1076"/>
          <ac:picMkLst>
            <pc:docMk/>
            <pc:sldMk cId="3225829565" sldId="298"/>
            <ac:picMk id="5" creationId="{FC891372-A194-88CA-D7E5-405941091FB0}"/>
          </ac:picMkLst>
        </pc:picChg>
      </pc:sldChg>
      <pc:sldChg chg="addSp modSp mod">
        <pc:chgData name="Norbey Muñoz" userId="b7e811e8891ccd42" providerId="LiveId" clId="{4F5E83F7-A7D2-4DE7-8861-4DA0D489CFE1}" dt="2026-10-23T13:51:56.368" v="22" actId="1076"/>
        <pc:sldMkLst>
          <pc:docMk/>
          <pc:sldMk cId="2032236627" sldId="299"/>
        </pc:sldMkLst>
        <pc:picChg chg="add mod">
          <ac:chgData name="Norbey Muñoz" userId="b7e811e8891ccd42" providerId="LiveId" clId="{4F5E83F7-A7D2-4DE7-8861-4DA0D489CFE1}" dt="2026-10-23T13:51:47.888" v="19" actId="1076"/>
          <ac:picMkLst>
            <pc:docMk/>
            <pc:sldMk cId="2032236627" sldId="299"/>
            <ac:picMk id="3" creationId="{BDCD573E-8971-590F-D56D-45EF116781B2}"/>
          </ac:picMkLst>
        </pc:picChg>
        <pc:picChg chg="add mod">
          <ac:chgData name="Norbey Muñoz" userId="b7e811e8891ccd42" providerId="LiveId" clId="{4F5E83F7-A7D2-4DE7-8861-4DA0D489CFE1}" dt="2026-10-23T13:51:56.368" v="22" actId="1076"/>
          <ac:picMkLst>
            <pc:docMk/>
            <pc:sldMk cId="2032236627" sldId="299"/>
            <ac:picMk id="5" creationId="{CE2F1E39-EA85-FFA4-53F0-A9BFF0430B09}"/>
          </ac:picMkLst>
        </pc:picChg>
      </pc:sldChg>
      <pc:sldChg chg="addSp modSp mod">
        <pc:chgData name="Norbey Muñoz" userId="b7e811e8891ccd42" providerId="LiveId" clId="{4F5E83F7-A7D2-4DE7-8861-4DA0D489CFE1}" dt="2026-10-23T13:58:05.277" v="72" actId="1076"/>
        <pc:sldMkLst>
          <pc:docMk/>
          <pc:sldMk cId="47484887" sldId="300"/>
        </pc:sldMkLst>
        <pc:spChg chg="mod">
          <ac:chgData name="Norbey Muñoz" userId="b7e811e8891ccd42" providerId="LiveId" clId="{4F5E83F7-A7D2-4DE7-8861-4DA0D489CFE1}" dt="2026-10-23T13:57:34.095" v="55" actId="20577"/>
          <ac:spMkLst>
            <pc:docMk/>
            <pc:sldMk cId="47484887" sldId="300"/>
            <ac:spMk id="72" creationId="{4077BDCD-8F26-33E3-7635-C44F177586DC}"/>
          </ac:spMkLst>
        </pc:spChg>
        <pc:picChg chg="add mod">
          <ac:chgData name="Norbey Muñoz" userId="b7e811e8891ccd42" providerId="LiveId" clId="{4F5E83F7-A7D2-4DE7-8861-4DA0D489CFE1}" dt="2026-10-23T13:58:05.277" v="72" actId="1076"/>
          <ac:picMkLst>
            <pc:docMk/>
            <pc:sldMk cId="47484887" sldId="300"/>
            <ac:picMk id="3" creationId="{109850AD-8901-9A05-F86A-B4E85A214C95}"/>
          </ac:picMkLst>
        </pc:picChg>
      </pc:sldChg>
      <pc:sldChg chg="addSp modSp mod">
        <pc:chgData name="Norbey Muñoz" userId="b7e811e8891ccd42" providerId="LiveId" clId="{4F5E83F7-A7D2-4DE7-8861-4DA0D489CFE1}" dt="2026-10-23T13:59:23.276" v="80" actId="14100"/>
        <pc:sldMkLst>
          <pc:docMk/>
          <pc:sldMk cId="2548014991" sldId="301"/>
        </pc:sldMkLst>
        <pc:spChg chg="mod">
          <ac:chgData name="Norbey Muñoz" userId="b7e811e8891ccd42" providerId="LiveId" clId="{4F5E83F7-A7D2-4DE7-8861-4DA0D489CFE1}" dt="2026-10-23T13:57:39.398" v="61" actId="20577"/>
          <ac:spMkLst>
            <pc:docMk/>
            <pc:sldMk cId="2548014991" sldId="301"/>
            <ac:spMk id="72" creationId="{764DCAB0-48B6-FBFC-E3CE-4F3D4D37BCC8}"/>
          </ac:spMkLst>
        </pc:spChg>
        <pc:picChg chg="add mod">
          <ac:chgData name="Norbey Muñoz" userId="b7e811e8891ccd42" providerId="LiveId" clId="{4F5E83F7-A7D2-4DE7-8861-4DA0D489CFE1}" dt="2026-10-23T13:59:13.923" v="78" actId="1076"/>
          <ac:picMkLst>
            <pc:docMk/>
            <pc:sldMk cId="2548014991" sldId="301"/>
            <ac:picMk id="3" creationId="{A1FFCC64-EBC0-931B-6AE3-0C71BBF84F9B}"/>
          </ac:picMkLst>
        </pc:picChg>
        <pc:picChg chg="add mod">
          <ac:chgData name="Norbey Muñoz" userId="b7e811e8891ccd42" providerId="LiveId" clId="{4F5E83F7-A7D2-4DE7-8861-4DA0D489CFE1}" dt="2026-10-23T13:59:23.276" v="80" actId="14100"/>
          <ac:picMkLst>
            <pc:docMk/>
            <pc:sldMk cId="2548014991" sldId="301"/>
            <ac:picMk id="5" creationId="{49E96D7B-033C-AE54-389E-E86F3D3F3A27}"/>
          </ac:picMkLst>
        </pc:picChg>
      </pc:sldChg>
      <pc:sldChg chg="addSp modSp mod">
        <pc:chgData name="Norbey Muñoz" userId="b7e811e8891ccd42" providerId="LiveId" clId="{4F5E83F7-A7D2-4DE7-8861-4DA0D489CFE1}" dt="2026-10-23T14:00:29.448" v="86" actId="1076"/>
        <pc:sldMkLst>
          <pc:docMk/>
          <pc:sldMk cId="2452981237" sldId="302"/>
        </pc:sldMkLst>
        <pc:picChg chg="add mod">
          <ac:chgData name="Norbey Muñoz" userId="b7e811e8891ccd42" providerId="LiveId" clId="{4F5E83F7-A7D2-4DE7-8861-4DA0D489CFE1}" dt="2026-10-23T14:00:29.448" v="86" actId="1076"/>
          <ac:picMkLst>
            <pc:docMk/>
            <pc:sldMk cId="2452981237" sldId="302"/>
            <ac:picMk id="3" creationId="{F8D471CE-F58C-D278-0511-74EB1D8CA95C}"/>
          </ac:picMkLst>
        </pc:picChg>
      </pc:sldChg>
      <pc:sldChg chg="addSp modSp mod ord">
        <pc:chgData name="Norbey Muñoz" userId="b7e811e8891ccd42" providerId="LiveId" clId="{4F5E83F7-A7D2-4DE7-8861-4DA0D489CFE1}" dt="2026-10-23T13:59:45.837" v="83" actId="1076"/>
        <pc:sldMkLst>
          <pc:docMk/>
          <pc:sldMk cId="3675548026" sldId="303"/>
        </pc:sldMkLst>
        <pc:spChg chg="mod">
          <ac:chgData name="Norbey Muñoz" userId="b7e811e8891ccd42" providerId="LiveId" clId="{4F5E83F7-A7D2-4DE7-8861-4DA0D489CFE1}" dt="2026-10-23T13:57:48.125" v="69" actId="20577"/>
          <ac:spMkLst>
            <pc:docMk/>
            <pc:sldMk cId="3675548026" sldId="303"/>
            <ac:spMk id="72" creationId="{81167C1F-8EFA-A0F6-D856-2F4B15382347}"/>
          </ac:spMkLst>
        </pc:spChg>
        <pc:picChg chg="add mod">
          <ac:chgData name="Norbey Muñoz" userId="b7e811e8891ccd42" providerId="LiveId" clId="{4F5E83F7-A7D2-4DE7-8861-4DA0D489CFE1}" dt="2026-10-23T13:59:45.837" v="83" actId="1076"/>
          <ac:picMkLst>
            <pc:docMk/>
            <pc:sldMk cId="3675548026" sldId="303"/>
            <ac:picMk id="3" creationId="{55E4BA13-CC32-1612-343E-AA8BD54263EA}"/>
          </ac:picMkLst>
        </pc:picChg>
      </pc:sldChg>
      <pc:sldChg chg="addSp modSp mod">
        <pc:chgData name="Norbey Muñoz" userId="b7e811e8891ccd42" providerId="LiveId" clId="{4F5E83F7-A7D2-4DE7-8861-4DA0D489CFE1}" dt="2026-10-27T18:09:35.810" v="100" actId="1076"/>
        <pc:sldMkLst>
          <pc:docMk/>
          <pc:sldMk cId="2053131105" sldId="304"/>
        </pc:sldMkLst>
        <pc:spChg chg="mod">
          <ac:chgData name="Norbey Muñoz" userId="b7e811e8891ccd42" providerId="LiveId" clId="{4F5E83F7-A7D2-4DE7-8861-4DA0D489CFE1}" dt="2026-10-23T14:00:46.894" v="95" actId="20577"/>
          <ac:spMkLst>
            <pc:docMk/>
            <pc:sldMk cId="2053131105" sldId="304"/>
            <ac:spMk id="72" creationId="{84D80105-0623-FF6B-B72B-F59DDD207E29}"/>
          </ac:spMkLst>
        </pc:spChg>
        <pc:picChg chg="add mod">
          <ac:chgData name="Norbey Muñoz" userId="b7e811e8891ccd42" providerId="LiveId" clId="{4F5E83F7-A7D2-4DE7-8861-4DA0D489CFE1}" dt="2026-10-27T18:09:35.810" v="100" actId="1076"/>
          <ac:picMkLst>
            <pc:docMk/>
            <pc:sldMk cId="2053131105" sldId="304"/>
            <ac:picMk id="3" creationId="{5C85EB8D-A101-F0F3-EFFA-4D123B851720}"/>
          </ac:picMkLst>
        </pc:picChg>
      </pc:sldChg>
      <pc:sldChg chg="addSp modSp mod">
        <pc:chgData name="Norbey Muñoz" userId="b7e811e8891ccd42" providerId="LiveId" clId="{4F5E83F7-A7D2-4DE7-8861-4DA0D489CFE1}" dt="2026-10-27T18:15:37.474" v="109" actId="1076"/>
        <pc:sldMkLst>
          <pc:docMk/>
          <pc:sldMk cId="3661322695" sldId="305"/>
        </pc:sldMkLst>
        <pc:spChg chg="mod">
          <ac:chgData name="Norbey Muñoz" userId="b7e811e8891ccd42" providerId="LiveId" clId="{4F5E83F7-A7D2-4DE7-8861-4DA0D489CFE1}" dt="2026-10-23T14:00:55.124" v="96"/>
          <ac:spMkLst>
            <pc:docMk/>
            <pc:sldMk cId="3661322695" sldId="305"/>
            <ac:spMk id="72" creationId="{4361230D-6A35-BF69-5F9C-93658A13F86D}"/>
          </ac:spMkLst>
        </pc:spChg>
        <pc:picChg chg="add mod">
          <ac:chgData name="Norbey Muñoz" userId="b7e811e8891ccd42" providerId="LiveId" clId="{4F5E83F7-A7D2-4DE7-8861-4DA0D489CFE1}" dt="2026-10-27T18:15:20.083" v="104" actId="1076"/>
          <ac:picMkLst>
            <pc:docMk/>
            <pc:sldMk cId="3661322695" sldId="305"/>
            <ac:picMk id="3" creationId="{FE15C48F-201E-D05F-FA3E-0F360B124E57}"/>
          </ac:picMkLst>
        </pc:picChg>
        <pc:picChg chg="add mod">
          <ac:chgData name="Norbey Muñoz" userId="b7e811e8891ccd42" providerId="LiveId" clId="{4F5E83F7-A7D2-4DE7-8861-4DA0D489CFE1}" dt="2026-10-27T18:15:37.474" v="109" actId="1076"/>
          <ac:picMkLst>
            <pc:docMk/>
            <pc:sldMk cId="3661322695" sldId="305"/>
            <ac:picMk id="5" creationId="{973B1DC7-6BDF-47C4-40DC-8A5845E350D8}"/>
          </ac:picMkLst>
        </pc:picChg>
      </pc:sldChg>
      <pc:sldChg chg="addSp modSp mod">
        <pc:chgData name="Norbey Muñoz" userId="b7e811e8891ccd42" providerId="LiveId" clId="{4F5E83F7-A7D2-4DE7-8861-4DA0D489CFE1}" dt="2026-10-27T18:16:22.525" v="112" actId="1076"/>
        <pc:sldMkLst>
          <pc:docMk/>
          <pc:sldMk cId="1842360648" sldId="306"/>
        </pc:sldMkLst>
        <pc:spChg chg="mod">
          <ac:chgData name="Norbey Muñoz" userId="b7e811e8891ccd42" providerId="LiveId" clId="{4F5E83F7-A7D2-4DE7-8861-4DA0D489CFE1}" dt="2026-10-23T14:00:58.851" v="97"/>
          <ac:spMkLst>
            <pc:docMk/>
            <pc:sldMk cId="1842360648" sldId="306"/>
            <ac:spMk id="72" creationId="{E35501DA-D858-15BB-33D8-96FC62E2FC4C}"/>
          </ac:spMkLst>
        </pc:spChg>
        <pc:picChg chg="add mod">
          <ac:chgData name="Norbey Muñoz" userId="b7e811e8891ccd42" providerId="LiveId" clId="{4F5E83F7-A7D2-4DE7-8861-4DA0D489CFE1}" dt="2026-10-27T18:16:22.525" v="112" actId="1076"/>
          <ac:picMkLst>
            <pc:docMk/>
            <pc:sldMk cId="1842360648" sldId="306"/>
            <ac:picMk id="3" creationId="{ABC4AADD-F53E-E59D-F7AE-5E46E8BBCFD8}"/>
          </ac:picMkLst>
        </pc:picChg>
      </pc:sldChg>
      <pc:sldChg chg="addSp delSp modSp add mod">
        <pc:chgData name="Norbey Muñoz" userId="b7e811e8891ccd42" providerId="LiveId" clId="{4F5E83F7-A7D2-4DE7-8861-4DA0D489CFE1}" dt="2026-10-23T13:53:56.031" v="33" actId="14100"/>
        <pc:sldMkLst>
          <pc:docMk/>
          <pc:sldMk cId="2065962804" sldId="314"/>
        </pc:sldMkLst>
        <pc:picChg chg="del">
          <ac:chgData name="Norbey Muñoz" userId="b7e811e8891ccd42" providerId="LiveId" clId="{4F5E83F7-A7D2-4DE7-8861-4DA0D489CFE1}" dt="2026-10-23T13:52:23.932" v="24" actId="478"/>
          <ac:picMkLst>
            <pc:docMk/>
            <pc:sldMk cId="2065962804" sldId="314"/>
            <ac:picMk id="3" creationId="{BDCD573E-8971-590F-D56D-45EF116781B2}"/>
          </ac:picMkLst>
        </pc:picChg>
        <pc:picChg chg="add mod">
          <ac:chgData name="Norbey Muñoz" userId="b7e811e8891ccd42" providerId="LiveId" clId="{4F5E83F7-A7D2-4DE7-8861-4DA0D489CFE1}" dt="2026-10-23T13:52:35.824" v="30" actId="1076"/>
          <ac:picMkLst>
            <pc:docMk/>
            <pc:sldMk cId="2065962804" sldId="314"/>
            <ac:picMk id="4" creationId="{387D440F-2AA5-61DD-2D35-8CB0BF1AACB2}"/>
          </ac:picMkLst>
        </pc:picChg>
        <pc:picChg chg="del">
          <ac:chgData name="Norbey Muñoz" userId="b7e811e8891ccd42" providerId="LiveId" clId="{4F5E83F7-A7D2-4DE7-8861-4DA0D489CFE1}" dt="2026-10-23T13:52:25.546" v="25" actId="478"/>
          <ac:picMkLst>
            <pc:docMk/>
            <pc:sldMk cId="2065962804" sldId="314"/>
            <ac:picMk id="5" creationId="{CE2F1E39-EA85-FFA4-53F0-A9BFF0430B09}"/>
          </ac:picMkLst>
        </pc:picChg>
        <pc:picChg chg="add mod">
          <ac:chgData name="Norbey Muñoz" userId="b7e811e8891ccd42" providerId="LiveId" clId="{4F5E83F7-A7D2-4DE7-8861-4DA0D489CFE1}" dt="2026-10-23T13:53:56.031" v="33" actId="14100"/>
          <ac:picMkLst>
            <pc:docMk/>
            <pc:sldMk cId="2065962804" sldId="314"/>
            <ac:picMk id="7" creationId="{0B3ADE32-34EA-3D53-D76D-01575BBF0D5F}"/>
          </ac:picMkLst>
        </pc:picChg>
      </pc:sldChg>
      <pc:sldChg chg="addSp delSp modSp add mod">
        <pc:chgData name="Norbey Muñoz" userId="b7e811e8891ccd42" providerId="LiveId" clId="{4F5E83F7-A7D2-4DE7-8861-4DA0D489CFE1}" dt="2026-10-23T13:56:31.368" v="42" actId="1076"/>
        <pc:sldMkLst>
          <pc:docMk/>
          <pc:sldMk cId="3111434661" sldId="315"/>
        </pc:sldMkLst>
        <pc:picChg chg="add mod">
          <ac:chgData name="Norbey Muñoz" userId="b7e811e8891ccd42" providerId="LiveId" clId="{4F5E83F7-A7D2-4DE7-8861-4DA0D489CFE1}" dt="2026-10-23T13:54:44.608" v="39" actId="1076"/>
          <ac:picMkLst>
            <pc:docMk/>
            <pc:sldMk cId="3111434661" sldId="315"/>
            <ac:picMk id="3" creationId="{90D84CFB-4F12-C7B0-684C-AB3C1646365A}"/>
          </ac:picMkLst>
        </pc:picChg>
        <pc:picChg chg="del">
          <ac:chgData name="Norbey Muñoz" userId="b7e811e8891ccd42" providerId="LiveId" clId="{4F5E83F7-A7D2-4DE7-8861-4DA0D489CFE1}" dt="2026-10-23T13:54:03.852" v="35" actId="478"/>
          <ac:picMkLst>
            <pc:docMk/>
            <pc:sldMk cId="3111434661" sldId="315"/>
            <ac:picMk id="4" creationId="{387D440F-2AA5-61DD-2D35-8CB0BF1AACB2}"/>
          </ac:picMkLst>
        </pc:picChg>
        <pc:picChg chg="add mod">
          <ac:chgData name="Norbey Muñoz" userId="b7e811e8891ccd42" providerId="LiveId" clId="{4F5E83F7-A7D2-4DE7-8861-4DA0D489CFE1}" dt="2026-10-23T13:56:31.368" v="42" actId="1076"/>
          <ac:picMkLst>
            <pc:docMk/>
            <pc:sldMk cId="3111434661" sldId="315"/>
            <ac:picMk id="6" creationId="{FEC99CD4-0AE3-EC2A-DE26-C240D6F793EF}"/>
          </ac:picMkLst>
        </pc:picChg>
        <pc:picChg chg="del">
          <ac:chgData name="Norbey Muñoz" userId="b7e811e8891ccd42" providerId="LiveId" clId="{4F5E83F7-A7D2-4DE7-8861-4DA0D489CFE1}" dt="2026-10-23T13:54:05.600" v="36" actId="478"/>
          <ac:picMkLst>
            <pc:docMk/>
            <pc:sldMk cId="3111434661" sldId="315"/>
            <ac:picMk id="7" creationId="{0B3ADE32-34EA-3D53-D76D-01575BBF0D5F}"/>
          </ac:picMkLst>
        </pc:picChg>
      </pc:sldChg>
      <pc:sldChg chg="addSp delSp modSp add mod ord">
        <pc:chgData name="Norbey Muñoz" userId="b7e811e8891ccd42" providerId="LiveId" clId="{4F5E83F7-A7D2-4DE7-8861-4DA0D489CFE1}" dt="2026-10-23T13:57:17.822" v="49" actId="1076"/>
        <pc:sldMkLst>
          <pc:docMk/>
          <pc:sldMk cId="4128425406" sldId="316"/>
        </pc:sldMkLst>
        <pc:picChg chg="del">
          <ac:chgData name="Norbey Muñoz" userId="b7e811e8891ccd42" providerId="LiveId" clId="{4F5E83F7-A7D2-4DE7-8861-4DA0D489CFE1}" dt="2026-10-23T13:56:53.907" v="46" actId="478"/>
          <ac:picMkLst>
            <pc:docMk/>
            <pc:sldMk cId="4128425406" sldId="316"/>
            <ac:picMk id="3" creationId="{541527FB-5986-2C1C-EB44-72D8552BE316}"/>
          </ac:picMkLst>
        </pc:picChg>
        <pc:picChg chg="add mod">
          <ac:chgData name="Norbey Muñoz" userId="b7e811e8891ccd42" providerId="LiveId" clId="{4F5E83F7-A7D2-4DE7-8861-4DA0D489CFE1}" dt="2026-10-23T13:57:17.822" v="49" actId="1076"/>
          <ac:picMkLst>
            <pc:docMk/>
            <pc:sldMk cId="4128425406" sldId="316"/>
            <ac:picMk id="4" creationId="{83A7E746-890D-5D57-5FEE-B11D316E05FE}"/>
          </ac:picMkLst>
        </pc:picChg>
      </pc:sldChg>
      <pc:sldChg chg="addSp delSp add mod">
        <pc:chgData name="Norbey Muñoz" userId="b7e811e8891ccd42" providerId="LiveId" clId="{4F5E83F7-A7D2-4DE7-8861-4DA0D489CFE1}" dt="2026-10-27T18:17:40.074" v="115" actId="22"/>
        <pc:sldMkLst>
          <pc:docMk/>
          <pc:sldMk cId="339470539" sldId="317"/>
        </pc:sldMkLst>
        <pc:picChg chg="del">
          <ac:chgData name="Norbey Muñoz" userId="b7e811e8891ccd42" providerId="LiveId" clId="{4F5E83F7-A7D2-4DE7-8861-4DA0D489CFE1}" dt="2026-10-27T18:17:39.422" v="114" actId="478"/>
          <ac:picMkLst>
            <pc:docMk/>
            <pc:sldMk cId="339470539" sldId="317"/>
            <ac:picMk id="3" creationId="{ABC4AADD-F53E-E59D-F7AE-5E46E8BBCFD8}"/>
          </ac:picMkLst>
        </pc:picChg>
        <pc:picChg chg="add">
          <ac:chgData name="Norbey Muñoz" userId="b7e811e8891ccd42" providerId="LiveId" clId="{4F5E83F7-A7D2-4DE7-8861-4DA0D489CFE1}" dt="2026-10-27T18:17:40.074" v="115" actId="22"/>
          <ac:picMkLst>
            <pc:docMk/>
            <pc:sldMk cId="339470539" sldId="317"/>
            <ac:picMk id="4" creationId="{6B704609-EB3C-286F-7838-FA5C80A9122C}"/>
          </ac:picMkLst>
        </pc:picChg>
      </pc:sldChg>
      <pc:sldChg chg="addSp delSp modSp add mod">
        <pc:chgData name="Norbey Muñoz" userId="b7e811e8891ccd42" providerId="LiveId" clId="{4F5E83F7-A7D2-4DE7-8861-4DA0D489CFE1}" dt="2026-10-27T18:20:06.048" v="120" actId="1076"/>
        <pc:sldMkLst>
          <pc:docMk/>
          <pc:sldMk cId="4057158049" sldId="318"/>
        </pc:sldMkLst>
        <pc:picChg chg="add mod">
          <ac:chgData name="Norbey Muñoz" userId="b7e811e8891ccd42" providerId="LiveId" clId="{4F5E83F7-A7D2-4DE7-8861-4DA0D489CFE1}" dt="2026-10-27T18:20:06.048" v="120" actId="1076"/>
          <ac:picMkLst>
            <pc:docMk/>
            <pc:sldMk cId="4057158049" sldId="318"/>
            <ac:picMk id="3" creationId="{0781B81F-F013-48C6-C51B-E0605966B399}"/>
          </ac:picMkLst>
        </pc:picChg>
        <pc:picChg chg="del">
          <ac:chgData name="Norbey Muñoz" userId="b7e811e8891ccd42" providerId="LiveId" clId="{4F5E83F7-A7D2-4DE7-8861-4DA0D489CFE1}" dt="2026-10-27T18:17:51.404" v="117" actId="478"/>
          <ac:picMkLst>
            <pc:docMk/>
            <pc:sldMk cId="4057158049" sldId="318"/>
            <ac:picMk id="4" creationId="{6B704609-EB3C-286F-7838-FA5C80A9122C}"/>
          </ac:picMkLst>
        </pc:picChg>
      </pc:sldChg>
      <pc:sldChg chg="addSp delSp modSp add mod ord">
        <pc:chgData name="Norbey Muñoz" userId="b7e811e8891ccd42" providerId="LiveId" clId="{4F5E83F7-A7D2-4DE7-8861-4DA0D489CFE1}" dt="2026-10-27T18:22:13.617" v="126" actId="1076"/>
        <pc:sldMkLst>
          <pc:docMk/>
          <pc:sldMk cId="3307347647" sldId="319"/>
        </pc:sldMkLst>
        <pc:picChg chg="del">
          <ac:chgData name="Norbey Muñoz" userId="b7e811e8891ccd42" providerId="LiveId" clId="{4F5E83F7-A7D2-4DE7-8861-4DA0D489CFE1}" dt="2026-10-27T18:21:53.129" v="124" actId="478"/>
          <ac:picMkLst>
            <pc:docMk/>
            <pc:sldMk cId="3307347647" sldId="319"/>
            <ac:picMk id="3" creationId="{F8D471CE-F58C-D278-0511-74EB1D8CA95C}"/>
          </ac:picMkLst>
        </pc:picChg>
        <pc:picChg chg="add mod">
          <ac:chgData name="Norbey Muñoz" userId="b7e811e8891ccd42" providerId="LiveId" clId="{4F5E83F7-A7D2-4DE7-8861-4DA0D489CFE1}" dt="2026-10-27T18:22:13.617" v="126" actId="1076"/>
          <ac:picMkLst>
            <pc:docMk/>
            <pc:sldMk cId="3307347647" sldId="319"/>
            <ac:picMk id="4" creationId="{C7ABBFB0-7134-949B-2938-73F7E85AF62E}"/>
          </ac:picMkLst>
        </pc:picChg>
      </pc:sldChg>
      <pc:sldChg chg="addSp delSp modSp add mod ord">
        <pc:chgData name="Norbey Muñoz" userId="b7e811e8891ccd42" providerId="LiveId" clId="{4F5E83F7-A7D2-4DE7-8861-4DA0D489CFE1}" dt="2026-10-27T18:23:24.218" v="136" actId="22"/>
        <pc:sldMkLst>
          <pc:docMk/>
          <pc:sldMk cId="2784953694" sldId="320"/>
        </pc:sldMkLst>
        <pc:spChg chg="mod">
          <ac:chgData name="Norbey Muñoz" userId="b7e811e8891ccd42" providerId="LiveId" clId="{4F5E83F7-A7D2-4DE7-8861-4DA0D489CFE1}" dt="2026-10-27T18:22:40.306" v="134" actId="20577"/>
          <ac:spMkLst>
            <pc:docMk/>
            <pc:sldMk cId="2784953694" sldId="320"/>
            <ac:spMk id="72" creationId="{E35501DA-D858-15BB-33D8-96FC62E2FC4C}"/>
          </ac:spMkLst>
        </pc:spChg>
        <pc:picChg chg="del">
          <ac:chgData name="Norbey Muñoz" userId="b7e811e8891ccd42" providerId="LiveId" clId="{4F5E83F7-A7D2-4DE7-8861-4DA0D489CFE1}" dt="2026-10-27T18:22:42.216" v="135" actId="478"/>
          <ac:picMkLst>
            <pc:docMk/>
            <pc:sldMk cId="2784953694" sldId="320"/>
            <ac:picMk id="3" creationId="{0781B81F-F013-48C6-C51B-E0605966B399}"/>
          </ac:picMkLst>
        </pc:picChg>
        <pc:picChg chg="add">
          <ac:chgData name="Norbey Muñoz" userId="b7e811e8891ccd42" providerId="LiveId" clId="{4F5E83F7-A7D2-4DE7-8861-4DA0D489CFE1}" dt="2026-10-27T18:23:24.218" v="136" actId="22"/>
          <ac:picMkLst>
            <pc:docMk/>
            <pc:sldMk cId="2784953694" sldId="320"/>
            <ac:picMk id="4" creationId="{6AEDCD9F-C958-24B5-E5F1-CAD1423D5297}"/>
          </ac:picMkLst>
        </pc:picChg>
      </pc:sldChg>
      <pc:sldChg chg="addSp delSp add mod">
        <pc:chgData name="Norbey Muñoz" userId="b7e811e8891ccd42" providerId="LiveId" clId="{4F5E83F7-A7D2-4DE7-8861-4DA0D489CFE1}" dt="2026-10-27T18:24:21.602" v="141" actId="22"/>
        <pc:sldMkLst>
          <pc:docMk/>
          <pc:sldMk cId="3661380524" sldId="321"/>
        </pc:sldMkLst>
        <pc:picChg chg="add del">
          <ac:chgData name="Norbey Muñoz" userId="b7e811e8891ccd42" providerId="LiveId" clId="{4F5E83F7-A7D2-4DE7-8861-4DA0D489CFE1}" dt="2026-10-27T18:24:08.640" v="140" actId="478"/>
          <ac:picMkLst>
            <pc:docMk/>
            <pc:sldMk cId="3661380524" sldId="321"/>
            <ac:picMk id="3" creationId="{68601EBE-FC64-9A45-89E2-9ED45AA691FA}"/>
          </ac:picMkLst>
        </pc:picChg>
        <pc:picChg chg="del">
          <ac:chgData name="Norbey Muñoz" userId="b7e811e8891ccd42" providerId="LiveId" clId="{4F5E83F7-A7D2-4DE7-8861-4DA0D489CFE1}" dt="2026-10-27T18:23:30.442" v="138" actId="478"/>
          <ac:picMkLst>
            <pc:docMk/>
            <pc:sldMk cId="3661380524" sldId="321"/>
            <ac:picMk id="4" creationId="{6AEDCD9F-C958-24B5-E5F1-CAD1423D5297}"/>
          </ac:picMkLst>
        </pc:picChg>
        <pc:picChg chg="add">
          <ac:chgData name="Norbey Muñoz" userId="b7e811e8891ccd42" providerId="LiveId" clId="{4F5E83F7-A7D2-4DE7-8861-4DA0D489CFE1}" dt="2026-10-27T18:24:21.602" v="141" actId="22"/>
          <ac:picMkLst>
            <pc:docMk/>
            <pc:sldMk cId="3661380524" sldId="321"/>
            <ac:picMk id="6" creationId="{0A638B35-AEBC-0167-3A17-0A9DF3EF1565}"/>
          </ac:picMkLst>
        </pc:picChg>
      </pc:sldChg>
      <pc:sldChg chg="addSp delSp add mod">
        <pc:chgData name="Norbey Muñoz" userId="b7e811e8891ccd42" providerId="LiveId" clId="{4F5E83F7-A7D2-4DE7-8861-4DA0D489CFE1}" dt="2026-10-27T18:24:59.903" v="144" actId="22"/>
        <pc:sldMkLst>
          <pc:docMk/>
          <pc:sldMk cId="675309340" sldId="322"/>
        </pc:sldMkLst>
        <pc:picChg chg="add">
          <ac:chgData name="Norbey Muñoz" userId="b7e811e8891ccd42" providerId="LiveId" clId="{4F5E83F7-A7D2-4DE7-8861-4DA0D489CFE1}" dt="2026-10-27T18:24:59.903" v="144" actId="22"/>
          <ac:picMkLst>
            <pc:docMk/>
            <pc:sldMk cId="675309340" sldId="322"/>
            <ac:picMk id="3" creationId="{7DE8ACEA-2147-3972-7DB5-AE8303175E83}"/>
          </ac:picMkLst>
        </pc:picChg>
        <pc:picChg chg="del">
          <ac:chgData name="Norbey Muñoz" userId="b7e811e8891ccd42" providerId="LiveId" clId="{4F5E83F7-A7D2-4DE7-8861-4DA0D489CFE1}" dt="2026-10-27T18:24:54.869" v="143" actId="478"/>
          <ac:picMkLst>
            <pc:docMk/>
            <pc:sldMk cId="675309340" sldId="322"/>
            <ac:picMk id="6" creationId="{0A638B35-AEBC-0167-3A17-0A9DF3EF15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41b6bb5f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41b6bb5f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E4499FB-C345-56FF-A476-F52AADC8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41b6bb5fe_0_489:notes">
            <a:extLst>
              <a:ext uri="{FF2B5EF4-FFF2-40B4-BE49-F238E27FC236}">
                <a16:creationId xmlns:a16="http://schemas.microsoft.com/office/drawing/2014/main" id="{63EE7DEC-EA82-BFE9-342E-CAF622FE0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41b6bb5fe_0_489:notes">
            <a:extLst>
              <a:ext uri="{FF2B5EF4-FFF2-40B4-BE49-F238E27FC236}">
                <a16:creationId xmlns:a16="http://schemas.microsoft.com/office/drawing/2014/main" id="{E5F523D2-3BD1-CF72-7061-81B22219D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40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EAAFAF34-D91F-ACF4-A4D8-6DB5F020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41b6bb5fe_0_489:notes">
            <a:extLst>
              <a:ext uri="{FF2B5EF4-FFF2-40B4-BE49-F238E27FC236}">
                <a16:creationId xmlns:a16="http://schemas.microsoft.com/office/drawing/2014/main" id="{0DD65A2C-3C66-7D8F-D5E0-2E2824DD5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41b6bb5fe_0_489:notes">
            <a:extLst>
              <a:ext uri="{FF2B5EF4-FFF2-40B4-BE49-F238E27FC236}">
                <a16:creationId xmlns:a16="http://schemas.microsoft.com/office/drawing/2014/main" id="{7DBB0419-AA42-040D-143A-909C5241F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558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3358E47-4097-C84D-9514-E5A3E424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2101CDCB-8439-73B6-5C21-70B2592A8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593346EF-B06D-7CB2-C567-477AC3B4B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060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8C39D31-EA68-23DC-5823-8B50A63B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3D1383C2-E51D-4731-D88F-61D25E3B6E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1D0CB035-18EC-1117-CE5A-F8B8ADBB5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93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26A5114-C1AE-FDDA-85D3-2959CFE4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5B731B6B-65E2-781E-4200-1B0962288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76CB1D7-BE43-0480-2A61-BD64B6ED9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53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C2C5834-D2D9-3791-A274-EE6585A8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51F72F81-0846-DB44-4E14-BC55AD442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B647DBA-59AD-0227-A157-CFDF203F9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81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8C738B0-7091-FFB6-D5B3-882FED05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3B549C0B-A44C-A2C7-251F-9B29C4A4C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4C9DFBD6-4640-22DC-5FDA-BE7C60445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161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F035B94-C7A9-4457-8F6D-59E4486F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73B20FCB-69A3-5A8A-497F-461D63580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CFD1FB27-B4FD-65BD-6CBF-98023B4D2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232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3F18A45-38F9-0827-00F1-C5B67125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2F08BDA5-F47B-8CA1-BDE5-F8666350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5B1820D4-2CAC-4512-985F-F5CECBCFF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734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5E62854-089E-868F-F43B-011FD7E3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414F8F1E-4E4C-74BF-CBF7-C055DE2B1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CE3098D1-CE12-FFE5-928F-BC1BA1738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4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E954588-723E-14C1-951D-BD5C28EA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D8DAD28-8EDA-05FE-331A-2308929E7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5A1FF7D-166A-A021-935E-E1DE17E87D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176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E3EAA8C-1244-7AE8-5224-07D25CB3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0581C84-4ECE-E2B9-05A4-CAC437C4E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943F117C-9D7D-F2B9-77CE-B9E3B6CBA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141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D79D84D-5C84-B553-8F46-78B4375E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CC9EACD-D8E2-CD3F-3DBD-A1D79165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B48DE161-B3B4-8AEF-843D-ACFC1DF8C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801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BEE5AE1-AA75-4EE3-7CB8-D831422D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C137DC4-A761-0168-0499-325F8D3E9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E6C2B8F7-7069-0BBD-2108-AFA311474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417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E7E0F44-76E4-6103-8261-3C90E306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A362B057-05FF-8ADC-A5B5-82D7E2D0D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F5C64FCE-39D4-FB94-71CC-F4CED027D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150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0307822-A02F-7E3F-0A62-DD76647A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E6E32C96-BF92-F9BD-2EA6-642A87803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92343852-DD44-C93D-6FC7-8BF1FC111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084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03BF6BF-2DA4-1117-91CD-C62787681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E32AD4E-524B-050F-1C7B-07881D708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01BDBAB8-EB5C-FCD4-6CC4-96554C4FB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069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9E031A7-1D3D-3E50-4FEC-5C5E8254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697CDD4-1EC5-5D78-8AD8-6ECFBB1AA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D44E79C8-1200-D907-682A-76B2B7533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723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7326B94-8F33-AF27-DB27-710AC5CE3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586668B-94CC-3E65-851E-9719BDE92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582900C-AB2F-5E71-667A-7DA9E644F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7859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A02711B-B92D-DBC4-6B29-CB1103EC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BFDECED-1543-5287-DA6A-5A2000FFBD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DA15419-E817-0379-4214-8E501FC0F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2521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BAE5B0E-E223-6BE9-BD41-A16D882D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DA1AC061-3B1B-8AB3-EC8C-7BD61DB6D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FAD14668-B3C8-448D-AE2B-B70E5232A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9008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AB9440F-39E0-FFBC-6F75-DE03DD38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D35101B3-541F-B170-B118-934D09008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364B6A45-9C87-28AD-10CB-C2E31260B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625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AC5244E-EB03-1F9B-931A-7A2040A8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AC9AA90C-E03E-54C6-7E6F-C35011833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9D92194-4F4F-23B1-698B-DC3571673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49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AC5244E-EB03-1F9B-931A-7A2040A8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AC9AA90C-E03E-54C6-7E6F-C35011833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9D92194-4F4F-23B1-698B-DC3571673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7216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AC5244E-EB03-1F9B-931A-7A2040A8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AC9AA90C-E03E-54C6-7E6F-C35011833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9D92194-4F4F-23B1-698B-DC3571673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2065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A02711B-B92D-DBC4-6B29-CB1103EC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BFDECED-1543-5287-DA6A-5A2000FFBD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DA15419-E817-0379-4214-8E501FC0F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9907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707272B-9578-997D-55CD-90642AC46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17DD25BF-DBE5-B8E1-5AE8-AD2CDF554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FECE87B-84F5-3786-824A-5A2D5DA2B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8323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627AAD5-A51F-F872-3324-B8FDADE9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D6EF14E6-7C3A-8FE3-AD99-991B4BF50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0E09CCE-3653-5A0E-C6F8-844B7ECDF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768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79BD2E6-E391-7CF3-5CE9-13294BB2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1AE394C-C021-2942-DF78-DB528FD8B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4035F9E-5FF9-6551-B6B7-27C71F5BE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894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C33B18D-701A-8F18-6D1A-E1692307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D41B901-48F2-333D-320A-A8D8DB464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D70A033-067A-889F-B6E7-88320E5B2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8911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09F4873-D296-31CD-2FF1-734BE67C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AB27893-9603-7CB9-8FF2-5136F246F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45966295-F7AC-F41A-1C87-B9E085CE3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55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1F7372B-76EB-689B-586F-EBE63785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E239705F-A553-B437-209E-85BB68C74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1B28906-3936-9064-A341-DAAE5AB73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4167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1115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1119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8893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C33B18D-701A-8F18-6D1A-E1692307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D41B901-48F2-333D-320A-A8D8DB464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D70A033-067A-889F-B6E7-88320E5B2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771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2353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2452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15599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419d0e8f5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2e419d0e8f5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41b6bb5fe_0_443"/>
          <p:cNvSpPr/>
          <p:nvPr/>
        </p:nvSpPr>
        <p:spPr>
          <a:xfrm>
            <a:off x="3665400" y="998400"/>
            <a:ext cx="4861200" cy="48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g2e41b6bb5fe_0_443"/>
          <p:cNvSpPr/>
          <p:nvPr/>
        </p:nvSpPr>
        <p:spPr>
          <a:xfrm>
            <a:off x="3990600" y="1323600"/>
            <a:ext cx="4210800" cy="42108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g2e41b6bb5fe_0_443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g2e41b6bb5fe_0_443"/>
          <p:cNvSpPr txBox="1">
            <a:spLocks noGrp="1"/>
          </p:cNvSpPr>
          <p:nvPr>
            <p:ph type="subTitle" idx="1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g2e41b6bb5fe_0_443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e41b6bb5fe_0_449"/>
          <p:cNvSpPr txBox="1">
            <a:spLocks noGrp="1"/>
          </p:cNvSpPr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g2e41b6bb5fe_0_44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41b6bb5fe_0_45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2e41b6bb5fe_0_452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e41b6bb5fe_0_4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e41b6bb5fe_0_45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e41b6bb5fe_0_462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e41b6bb5fe_0_46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e41b6bb5fe_0_469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g2e41b6bb5fe_0_46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e41b6bb5fe_0_479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2e41b6bb5fe_0_47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e41b6bb5fe_0_48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2e41b6bb5fe_0_482"/>
          <p:cNvSpPr txBox="1">
            <a:spLocks noGrp="1"/>
          </p:cNvSpPr>
          <p:nvPr>
            <p:ph type="title" hasCustomPrompt="1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g2e41b6bb5fe_0_482"/>
          <p:cNvSpPr txBox="1">
            <a:spLocks noGrp="1"/>
          </p:cNvSpPr>
          <p:nvPr>
            <p:ph type="body" idx="1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2e41b6bb5fe_0_48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e41b6bb5fe_0_43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g2e41b6bb5fe_0_43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g2e41b6bb5fe_0_43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br>
              <a:rPr lang="es-CO" dirty="0"/>
            </a:br>
            <a:r>
              <a:rPr lang="es-CO" dirty="0"/>
              <a:t>Patrones Estructurales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41b6bb5fe_0_48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Estructurales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DB726-3ABA-6714-6165-FF7BAC01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078" y="220702"/>
            <a:ext cx="4663844" cy="6416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65E3B8DC-FC9A-187C-394C-2E809CF2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41b6bb5fe_0_489">
            <a:extLst>
              <a:ext uri="{FF2B5EF4-FFF2-40B4-BE49-F238E27FC236}">
                <a16:creationId xmlns:a16="http://schemas.microsoft.com/office/drawing/2014/main" id="{06592CFD-D9ED-80FF-5570-9FA568721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Estructurales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C5AC1-51D1-104A-30B2-830211A7B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26" y="72099"/>
            <a:ext cx="4701947" cy="67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8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02487287-9821-7292-7340-F63D1028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41b6bb5fe_0_489">
            <a:extLst>
              <a:ext uri="{FF2B5EF4-FFF2-40B4-BE49-F238E27FC236}">
                <a16:creationId xmlns:a16="http://schemas.microsoft.com/office/drawing/2014/main" id="{7313790A-B69A-06AB-2997-5C4B42A7B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Estructurales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B33708-F0DF-248D-3333-BF6690D18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47" y="826544"/>
            <a:ext cx="4686706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5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D620D88-5AC9-AECC-967A-90300C7D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C1DA8349-43C4-D92D-66D8-E3801AE38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211BB-F3D5-2D3D-87D6-41B32AFD2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543" y="735096"/>
            <a:ext cx="4762913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9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5A9CF66-2774-B763-4E3F-72EA4D0B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6F51436A-C38A-2D71-DC0F-2F7BF0701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Adapter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E7DB6-8A77-0F59-5E1B-4A218B11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26" y="121633"/>
            <a:ext cx="4701947" cy="66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4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5EECB85-5B87-CFE5-E65F-9418C67D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FC74A85B-9F3D-22CD-5CC0-C786F548F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Adapter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E3559-983D-01C9-F720-88E45A441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802" y="1607662"/>
            <a:ext cx="5014395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4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2042ECB-81BF-28A7-82FC-FEB5B14E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D6C133E7-EE74-4B71-80EC-D9A477185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Adapter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BE110-F4BF-79B7-0E10-63182A99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975" y="1935350"/>
            <a:ext cx="5182049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4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D33E2D6-567A-6E39-3106-D78D6671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0173C8CD-CD26-CE00-6793-2BD3672FC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Adapter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9AA29-7BD4-76E4-197B-5BC805663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53" y="167230"/>
            <a:ext cx="4130744" cy="4910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46DBBB-52FE-2665-568C-BD8DBD1D2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080" y="5077858"/>
            <a:ext cx="4399181" cy="120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55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02ACC67-1728-5296-ACB4-F03D3D61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D8BCB470-BA7A-E7DD-62F9-BFEA93C1D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Adapter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DE2BA-5839-BBE0-F319-8DCED431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26" y="1329508"/>
            <a:ext cx="4701947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4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A279407-31F9-7B57-0241-92E4E6DE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AC77E1B-B7C6-50EE-EEBB-C018E58CA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42BB9-953A-8270-98D4-B45136AF0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492" y="342632"/>
            <a:ext cx="4801016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8CB3139-FDD8-A010-E4D8-99F76F90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BA5878D-677D-589A-D3D7-9529CEDCB9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Bridge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9D168-81E4-15F7-0B8F-53E228BA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26" y="315960"/>
            <a:ext cx="4701947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27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9352BFB-46E3-9B11-C30E-506DC19B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B32A6A20-8777-6145-F771-6926574A8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Bridge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82CDD-A8A0-1953-0098-347D8850D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756" y="2335435"/>
            <a:ext cx="4663844" cy="548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43F8EF-CBDD-E552-306F-C1FCAFEC5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894" y="2884123"/>
            <a:ext cx="4709568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08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77C6BAB-5122-2111-E63F-5B2E5386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984D507C-975E-7C65-669F-0B592AA54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Bridge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912D4-BA37-3525-3915-E0B33664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733" y="662700"/>
            <a:ext cx="4770533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4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53F00A0-70C6-46F8-B359-26F43061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B5EE434-F2CA-2605-F57E-1A54C3100D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Bridge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6ADF7-E9D9-325D-155B-C24B644E2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699" y="1131371"/>
            <a:ext cx="5090601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4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2AFAA5A-AC0A-D010-D7BB-1F7B1A37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A435AA57-3639-E93E-4A58-C43224F53A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Bridge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BBCA14-C7C3-1156-AAD0-18482E93D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26" y="1741023"/>
            <a:ext cx="4701947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79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2FBB9A8-CD73-4829-3351-F39BBDB7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0B6DA790-C9E6-EECE-2A97-DABF49373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7B4157-817F-F4E3-E6E7-C9255B5A2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47" y="636028"/>
            <a:ext cx="4686706" cy="55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9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9FBD839-B91F-7E37-DA7D-B1227F47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CC611AA7-3C5F-AF32-BD82-CA77F9EC9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Composite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4339C-FD7F-68E6-2F77-11A28EC52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112" y="49237"/>
            <a:ext cx="4785775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3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47D8E4C-D022-0CFF-BD34-06317638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7BB903FE-E852-26DA-7BC0-04AE7C9AEC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Composite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1AEC44-97B8-95E6-96F9-C4861B18D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492" y="1706731"/>
            <a:ext cx="4801016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09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07628AD-6C6F-CBE5-BAC9-92D96BA0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C6CB4EFA-1508-D683-C21F-E9DC8AB17E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Composite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9EB7C-33ED-457A-F4FD-F26D23779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871" y="1638145"/>
            <a:ext cx="4816257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6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28016B8-5A70-260D-173D-8A62B55D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591319C3-C69E-36B6-676E-020EE2E3F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Composite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2A7FF7-9F34-25A0-A85F-A2EFAB4E1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163" y="0"/>
            <a:ext cx="45876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5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BCB952B-4C63-31BD-4FFC-71F5A61C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0075100-73C7-A80A-FF9D-233838B82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1527FB-5986-2C1C-EB44-72D8552BE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31" y="521800"/>
            <a:ext cx="5273497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12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AC3624F-6F90-1421-29F6-BB4B9BC6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D4F87050-6135-3157-F56A-BE477E398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Decorator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9DD3D0-152F-BC60-E29E-1986B4DBE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38" y="294714"/>
            <a:ext cx="4682152" cy="60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32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8B623E6-B238-55F3-1F77-6CCD771F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5E63047-AC79-51E4-B653-2686B0B68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Decorator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E9EB2E-090D-E7CA-52D0-CC9845DB5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210" y="521800"/>
            <a:ext cx="4758839" cy="9293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C891372-A194-88CA-D7E5-405941091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210" y="1356700"/>
            <a:ext cx="4758838" cy="440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29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98C7910-D8F0-734D-8410-F5C9D91D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46C8A2E-D00A-9D6A-E39A-B6F011655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Decorator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CD573E-8971-590F-D56D-45EF11678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11" y="2350600"/>
            <a:ext cx="4910322" cy="27607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2F1E39-EA85-FFA4-53F0-A9BFF0430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858" y="1469181"/>
            <a:ext cx="4809132" cy="391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36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98C7910-D8F0-734D-8410-F5C9D91D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46C8A2E-D00A-9D6A-E39A-B6F011655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Decorator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7D440F-2AA5-61DD-2D35-8CB0BF1A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602" y="521800"/>
            <a:ext cx="5610328" cy="26527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3ADE32-34EA-3D53-D76D-01575BBF0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602" y="3174570"/>
            <a:ext cx="5610328" cy="300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62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98C7910-D8F0-734D-8410-F5C9D91D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46C8A2E-D00A-9D6A-E39A-B6F011655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Decorator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D84CFB-4F12-C7B0-684C-AB3C16463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102" y="677114"/>
            <a:ext cx="5075786" cy="26658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EC99CD4-0AE3-EC2A-DE26-C240D6F79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518" y="3498282"/>
            <a:ext cx="4492953" cy="220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34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BCB952B-4C63-31BD-4FFC-71F5A61C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0075100-73C7-A80A-FF9D-233838B82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A7E746-890D-5D57-5FEE-B11D316E0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02" y="864967"/>
            <a:ext cx="4473223" cy="512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25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554ACC0-2CD5-2528-13A1-7FB9C6E8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077BDCD-8F26-33E3-7635-C44F177586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Facade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9850AD-8901-9A05-F86A-B4E85A214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431" y="1802824"/>
            <a:ext cx="6032989" cy="32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4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B1D8CD3-5164-5E6A-CEED-748170C7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764DCAB0-48B6-FBFC-E3CE-4F3D4D37B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Facade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FFCC64-EBC0-931B-6AE3-0C71BBF84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008" y="629954"/>
            <a:ext cx="4988854" cy="38633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9E96D7B-033C-AE54-389E-E86F3D3F3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197" y="4493340"/>
            <a:ext cx="4929899" cy="10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14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341A152-6E78-BEBE-D780-10B0DD7E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81167C1F-8EFA-A0F6-D856-2F4B153823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Facade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E4BA13-CC32-1612-343E-AA8BD5426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723" y="1179732"/>
            <a:ext cx="4832967" cy="40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48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3091DBA-FBCA-271C-A936-BA5298AF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DCD2417-4B86-71B4-230A-BE4EEB44E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D471CE-F58C-D278-0511-74EB1D8CA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40" y="521800"/>
            <a:ext cx="4437091" cy="57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81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08B97B3-2153-4821-49C5-3567F2E4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84D80105-0623-FF6B-B72B-F59DDD207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Flyweight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85EB8D-A101-F0F3-EFFA-4D123B851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374" y="741687"/>
            <a:ext cx="5505290" cy="537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31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EDBFF9C-EE0C-A1AD-23AA-A29C3C5C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361230D-6A35-BF69-5F9C-93658A13F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Flyweight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15C48F-201E-D05F-FA3E-0F360B124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17" y="403403"/>
            <a:ext cx="6980405" cy="30255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3B1DC7-6BDF-47C4-40DC-8A5845E35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14" y="3714545"/>
            <a:ext cx="5487828" cy="23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22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Flyweight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C4AADD-F53E-E59D-F7AE-5E46E8BBC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342" y="773864"/>
            <a:ext cx="5521002" cy="488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60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Flyweight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704609-EB3C-286F-7838-FA5C80A91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26" y="285477"/>
            <a:ext cx="4701947" cy="62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0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Flyweight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81B81F-F013-48C6-C51B-E0605966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707" y="1786903"/>
            <a:ext cx="7121395" cy="328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58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3091DBA-FBCA-271C-A936-BA5298AF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DCD2417-4B86-71B4-230A-BE4EEB44E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Estructurales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ABBFB0-7134-949B-2938-73F7E85AF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033" y="529257"/>
            <a:ext cx="4778154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476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Proxy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EDCD9F-C958-24B5-E5F1-CAD1423D5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388" y="449322"/>
            <a:ext cx="4877223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53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Proxy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638B35-AEBC-0167-3A17-0A9DF3EF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923" y="563631"/>
            <a:ext cx="4778154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80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Proxy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E8ACEA-2147-3972-7DB5-AE8303175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251" y="643648"/>
            <a:ext cx="5273497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093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419d0e8f5_0_207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023"/>
              <a:buNone/>
            </a:pPr>
            <a:r>
              <a:rPr lang="es-CO"/>
              <a:t>Referencias</a:t>
            </a:r>
            <a:endParaRPr/>
          </a:p>
        </p:txBody>
      </p:sp>
      <p:sp>
        <p:nvSpPr>
          <p:cNvPr id="158" name="Google Shape;158;g2e419d0e8f5_0_20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O" dirty="0"/>
              <a:t>Shvets, A (2023). Sumérgete en los Patrones de diseño. </a:t>
            </a:r>
            <a:r>
              <a:rPr lang="es-CO" dirty="0" err="1"/>
              <a:t>Refactoring.Guru</a:t>
            </a:r>
            <a:r>
              <a:rPr lang="es-CO" dirty="0"/>
              <a:t>.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61</Words>
  <Application>Microsoft Office PowerPoint</Application>
  <PresentationFormat>Panorámica</PresentationFormat>
  <Paragraphs>43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7" baseType="lpstr">
      <vt:lpstr>Arial</vt:lpstr>
      <vt:lpstr>Playfair Display</vt:lpstr>
      <vt:lpstr>Lato</vt:lpstr>
      <vt:lpstr>Play</vt:lpstr>
      <vt:lpstr>Coral</vt:lpstr>
      <vt:lpstr> Patrones Estructurales</vt:lpstr>
      <vt:lpstr>Estructurales</vt:lpstr>
      <vt:lpstr>Estructurales</vt:lpstr>
      <vt:lpstr>Estructurales</vt:lpstr>
      <vt:lpstr>Estructurales</vt:lpstr>
      <vt:lpstr>Adapter</vt:lpstr>
      <vt:lpstr>Adapter</vt:lpstr>
      <vt:lpstr>Adapter</vt:lpstr>
      <vt:lpstr>Adapter</vt:lpstr>
      <vt:lpstr>Adapter</vt:lpstr>
      <vt:lpstr>Estructurales</vt:lpstr>
      <vt:lpstr>Bridge</vt:lpstr>
      <vt:lpstr>Bridge</vt:lpstr>
      <vt:lpstr>Bridge</vt:lpstr>
      <vt:lpstr>Bridge</vt:lpstr>
      <vt:lpstr>Bridge</vt:lpstr>
      <vt:lpstr>Estructurales</vt:lpstr>
      <vt:lpstr>Composite</vt:lpstr>
      <vt:lpstr>Composite</vt:lpstr>
      <vt:lpstr>Composite</vt:lpstr>
      <vt:lpstr>Composite</vt:lpstr>
      <vt:lpstr>Estructurales</vt:lpstr>
      <vt:lpstr>Decorator</vt:lpstr>
      <vt:lpstr>Decorator</vt:lpstr>
      <vt:lpstr>Decorator</vt:lpstr>
      <vt:lpstr>Decorator</vt:lpstr>
      <vt:lpstr>Decorator</vt:lpstr>
      <vt:lpstr>Estructurales</vt:lpstr>
      <vt:lpstr>Facade</vt:lpstr>
      <vt:lpstr>Facade</vt:lpstr>
      <vt:lpstr>Facade</vt:lpstr>
      <vt:lpstr>Estructurales</vt:lpstr>
      <vt:lpstr>Flyweight</vt:lpstr>
      <vt:lpstr>Flyweight</vt:lpstr>
      <vt:lpstr>Flyweight</vt:lpstr>
      <vt:lpstr>Flyweight</vt:lpstr>
      <vt:lpstr>Flyweight</vt:lpstr>
      <vt:lpstr>Estructurales</vt:lpstr>
      <vt:lpstr>Proxy</vt:lpstr>
      <vt:lpstr>Proxy</vt:lpstr>
      <vt:lpstr>Proxy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CAMILO VANEGAS AYALA</dc:creator>
  <cp:lastModifiedBy>Norbey Muñoz</cp:lastModifiedBy>
  <cp:revision>1</cp:revision>
  <dcterms:created xsi:type="dcterms:W3CDTF">2025-03-12T13:25:14Z</dcterms:created>
  <dcterms:modified xsi:type="dcterms:W3CDTF">2026-10-27T18:25:42Z</dcterms:modified>
</cp:coreProperties>
</file>