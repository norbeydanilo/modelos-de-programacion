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70" r:id="rId5"/>
    <p:sldId id="271" r:id="rId6"/>
    <p:sldId id="272" r:id="rId7"/>
    <p:sldId id="273" r:id="rId8"/>
    <p:sldId id="259" r:id="rId9"/>
    <p:sldId id="274" r:id="rId10"/>
    <p:sldId id="260" r:id="rId11"/>
    <p:sldId id="261" r:id="rId12"/>
    <p:sldId id="262" r:id="rId13"/>
    <p:sldId id="275" r:id="rId14"/>
    <p:sldId id="263" r:id="rId15"/>
    <p:sldId id="276" r:id="rId16"/>
    <p:sldId id="264" r:id="rId17"/>
    <p:sldId id="265" r:id="rId18"/>
    <p:sldId id="278" r:id="rId19"/>
    <p:sldId id="279" r:id="rId20"/>
    <p:sldId id="280" r:id="rId21"/>
    <p:sldId id="267" r:id="rId22"/>
    <p:sldId id="281" r:id="rId23"/>
    <p:sldId id="268" r:id="rId24"/>
    <p:sldId id="282" r:id="rId25"/>
    <p:sldId id="269" r:id="rId26"/>
  </p:sldIdLst>
  <p:sldSz cx="12192000" cy="6858000"/>
  <p:notesSz cx="6858000" cy="9144000"/>
  <p:embeddedFontLst>
    <p:embeddedFont>
      <p:font typeface="Lato" panose="020F0502020204030203" pitchFamily="34" charset="0"/>
      <p:regular r:id="rId28"/>
      <p:bold r:id="rId29"/>
      <p:italic r:id="rId30"/>
      <p:boldItalic r:id="rId31"/>
    </p:embeddedFont>
    <p:embeddedFont>
      <p:font typeface="Playfair Display"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gO7G4JYlWhDc/IMUAAixAp2w42v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7FB82-8E4C-4FE9-8A93-E23AFA8194CA}" v="13" dt="2026-09-01T03:13:57.329"/>
  </p1510:revLst>
</p1510:revInfo>
</file>

<file path=ppt/tableStyles.xml><?xml version="1.0" encoding="utf-8"?>
<a:tblStyleLst xmlns:a="http://schemas.openxmlformats.org/drawingml/2006/main" def="{48029A5F-B29F-42D9-BF25-8414E3904450}">
  <a:tblStyle styleId="{48029A5F-B29F-42D9-BF25-8414E390445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sldOrd">
      <pc:chgData name="Norbey Muñoz" userId="b7e811e8891ccd42" providerId="LiveId" clId="{2482167B-ADD3-4E68-AB8B-ADE9CECE27D0}" dt="2026-09-01T13:30:14.257" v="754" actId="1076"/>
      <pc:docMkLst>
        <pc:docMk/>
      </pc:docMkLst>
      <pc:sldChg chg="delSp modSp mod">
        <pc:chgData name="Norbey Muñoz" userId="b7e811e8891ccd42" providerId="LiveId" clId="{2482167B-ADD3-4E68-AB8B-ADE9CECE27D0}" dt="2026-09-01T02:35:33.425" v="103" actId="20577"/>
        <pc:sldMkLst>
          <pc:docMk/>
          <pc:sldMk cId="0" sldId="256"/>
        </pc:sldMkLst>
        <pc:spChg chg="mod">
          <ac:chgData name="Norbey Muñoz" userId="b7e811e8891ccd42" providerId="LiveId" clId="{2482167B-ADD3-4E68-AB8B-ADE9CECE27D0}" dt="2026-09-01T02:35:33.425" v="103" actId="20577"/>
          <ac:spMkLst>
            <pc:docMk/>
            <pc:sldMk cId="0" sldId="256"/>
            <ac:spMk id="59" creationId="{00000000-0000-0000-0000-000000000000}"/>
          </ac:spMkLst>
        </pc:spChg>
        <pc:spChg chg="del">
          <ac:chgData name="Norbey Muñoz" userId="b7e811e8891ccd42" providerId="LiveId" clId="{2482167B-ADD3-4E68-AB8B-ADE9CECE27D0}" dt="2026-09-01T02:01:25.266" v="0" actId="478"/>
          <ac:spMkLst>
            <pc:docMk/>
            <pc:sldMk cId="0" sldId="256"/>
            <ac:spMk id="60" creationId="{00000000-0000-0000-0000-000000000000}"/>
          </ac:spMkLst>
        </pc:spChg>
      </pc:sldChg>
      <pc:sldChg chg="addSp delSp modSp mod">
        <pc:chgData name="Norbey Muñoz" userId="b7e811e8891ccd42" providerId="LiveId" clId="{2482167B-ADD3-4E68-AB8B-ADE9CECE27D0}" dt="2026-09-01T02:04:03.871" v="26" actId="21"/>
        <pc:sldMkLst>
          <pc:docMk/>
          <pc:sldMk cId="0" sldId="257"/>
        </pc:sldMkLst>
        <pc:picChg chg="mod">
          <ac:chgData name="Norbey Muñoz" userId="b7e811e8891ccd42" providerId="LiveId" clId="{2482167B-ADD3-4E68-AB8B-ADE9CECE27D0}" dt="2026-09-01T02:02:19.804" v="23" actId="1076"/>
          <ac:picMkLst>
            <pc:docMk/>
            <pc:sldMk cId="0" sldId="257"/>
            <ac:picMk id="66" creationId="{00000000-0000-0000-0000-000000000000}"/>
          </ac:picMkLst>
        </pc:picChg>
        <pc:picChg chg="add del mod">
          <ac:chgData name="Norbey Muñoz" userId="b7e811e8891ccd42" providerId="LiveId" clId="{2482167B-ADD3-4E68-AB8B-ADE9CECE27D0}" dt="2026-09-01T02:04:03.871" v="26" actId="21"/>
          <ac:picMkLst>
            <pc:docMk/>
            <pc:sldMk cId="0" sldId="257"/>
            <ac:picMk id="67" creationId="{00000000-0000-0000-0000-000000000000}"/>
          </ac:picMkLst>
        </pc:picChg>
      </pc:sldChg>
      <pc:sldChg chg="modSp mod">
        <pc:chgData name="Norbey Muñoz" userId="b7e811e8891ccd42" providerId="LiveId" clId="{2482167B-ADD3-4E68-AB8B-ADE9CECE27D0}" dt="2026-09-01T02:04:48.433" v="28" actId="1076"/>
        <pc:sldMkLst>
          <pc:docMk/>
          <pc:sldMk cId="0" sldId="258"/>
        </pc:sldMkLst>
        <pc:picChg chg="mod">
          <ac:chgData name="Norbey Muñoz" userId="b7e811e8891ccd42" providerId="LiveId" clId="{2482167B-ADD3-4E68-AB8B-ADE9CECE27D0}" dt="2026-09-01T02:04:48.433" v="28" actId="1076"/>
          <ac:picMkLst>
            <pc:docMk/>
            <pc:sldMk cId="0" sldId="258"/>
            <ac:picMk id="73" creationId="{00000000-0000-0000-0000-000000000000}"/>
          </ac:picMkLst>
        </pc:picChg>
      </pc:sldChg>
      <pc:sldChg chg="addSp modSp mod ord modAnim">
        <pc:chgData name="Norbey Muñoz" userId="b7e811e8891ccd42" providerId="LiveId" clId="{2482167B-ADD3-4E68-AB8B-ADE9CECE27D0}" dt="2026-09-01T02:42:10.808" v="152"/>
        <pc:sldMkLst>
          <pc:docMk/>
          <pc:sldMk cId="0" sldId="259"/>
        </pc:sldMkLst>
        <pc:spChg chg="add mod">
          <ac:chgData name="Norbey Muñoz" userId="b7e811e8891ccd42" providerId="LiveId" clId="{2482167B-ADD3-4E68-AB8B-ADE9CECE27D0}" dt="2026-09-01T02:42:08.093" v="151" actId="1076"/>
          <ac:spMkLst>
            <pc:docMk/>
            <pc:sldMk cId="0" sldId="259"/>
            <ac:spMk id="3" creationId="{CE67E8DC-4F71-026C-1CD7-E8CE0FB042F3}"/>
          </ac:spMkLst>
        </pc:spChg>
        <pc:spChg chg="mod">
          <ac:chgData name="Norbey Muñoz" userId="b7e811e8891ccd42" providerId="LiveId" clId="{2482167B-ADD3-4E68-AB8B-ADE9CECE27D0}" dt="2026-09-01T02:41:36.635" v="141" actId="20577"/>
          <ac:spMkLst>
            <pc:docMk/>
            <pc:sldMk cId="0" sldId="259"/>
            <ac:spMk id="79" creationId="{00000000-0000-0000-0000-000000000000}"/>
          </ac:spMkLst>
        </pc:spChg>
        <pc:spChg chg="mod">
          <ac:chgData name="Norbey Muñoz" userId="b7e811e8891ccd42" providerId="LiveId" clId="{2482167B-ADD3-4E68-AB8B-ADE9CECE27D0}" dt="2026-09-01T02:41:07.868" v="123" actId="404"/>
          <ac:spMkLst>
            <pc:docMk/>
            <pc:sldMk cId="0" sldId="259"/>
            <ac:spMk id="80" creationId="{00000000-0000-0000-0000-000000000000}"/>
          </ac:spMkLst>
        </pc:spChg>
        <pc:picChg chg="mod">
          <ac:chgData name="Norbey Muñoz" userId="b7e811e8891ccd42" providerId="LiveId" clId="{2482167B-ADD3-4E68-AB8B-ADE9CECE27D0}" dt="2026-09-01T02:41:01.492" v="120" actId="14100"/>
          <ac:picMkLst>
            <pc:docMk/>
            <pc:sldMk cId="0" sldId="259"/>
            <ac:picMk id="81" creationId="{00000000-0000-0000-0000-000000000000}"/>
          </ac:picMkLst>
        </pc:picChg>
        <pc:picChg chg="mod">
          <ac:chgData name="Norbey Muñoz" userId="b7e811e8891ccd42" providerId="LiveId" clId="{2482167B-ADD3-4E68-AB8B-ADE9CECE27D0}" dt="2026-09-01T02:41:11.516" v="124" actId="1076"/>
          <ac:picMkLst>
            <pc:docMk/>
            <pc:sldMk cId="0" sldId="259"/>
            <ac:picMk id="82" creationId="{00000000-0000-0000-0000-000000000000}"/>
          </ac:picMkLst>
        </pc:picChg>
      </pc:sldChg>
      <pc:sldChg chg="delSp modSp mod">
        <pc:chgData name="Norbey Muñoz" userId="b7e811e8891ccd42" providerId="LiveId" clId="{2482167B-ADD3-4E68-AB8B-ADE9CECE27D0}" dt="2026-09-01T02:48:49.613" v="266" actId="20577"/>
        <pc:sldMkLst>
          <pc:docMk/>
          <pc:sldMk cId="0" sldId="261"/>
        </pc:sldMkLst>
        <pc:graphicFrameChg chg="modGraphic">
          <ac:chgData name="Norbey Muñoz" userId="b7e811e8891ccd42" providerId="LiveId" clId="{2482167B-ADD3-4E68-AB8B-ADE9CECE27D0}" dt="2026-09-01T02:48:49.613" v="266" actId="20577"/>
          <ac:graphicFrameMkLst>
            <pc:docMk/>
            <pc:sldMk cId="0" sldId="261"/>
            <ac:graphicFrameMk id="94" creationId="{00000000-0000-0000-0000-000000000000}"/>
          </ac:graphicFrameMkLst>
        </pc:graphicFrameChg>
        <pc:picChg chg="del">
          <ac:chgData name="Norbey Muñoz" userId="b7e811e8891ccd42" providerId="LiveId" clId="{2482167B-ADD3-4E68-AB8B-ADE9CECE27D0}" dt="2026-09-01T02:48:40.996" v="265" actId="478"/>
          <ac:picMkLst>
            <pc:docMk/>
            <pc:sldMk cId="0" sldId="261"/>
            <ac:picMk id="97" creationId="{00000000-0000-0000-0000-000000000000}"/>
          </ac:picMkLst>
        </pc:picChg>
      </pc:sldChg>
      <pc:sldChg chg="modSp mod">
        <pc:chgData name="Norbey Muñoz" userId="b7e811e8891ccd42" providerId="LiveId" clId="{2482167B-ADD3-4E68-AB8B-ADE9CECE27D0}" dt="2026-09-01T02:50:54.765" v="457" actId="1076"/>
        <pc:sldMkLst>
          <pc:docMk/>
          <pc:sldMk cId="0" sldId="262"/>
        </pc:sldMkLst>
        <pc:graphicFrameChg chg="mod modGraphic">
          <ac:chgData name="Norbey Muñoz" userId="b7e811e8891ccd42" providerId="LiveId" clId="{2482167B-ADD3-4E68-AB8B-ADE9CECE27D0}" dt="2026-09-01T02:50:50.288" v="456" actId="20577"/>
          <ac:graphicFrameMkLst>
            <pc:docMk/>
            <pc:sldMk cId="0" sldId="262"/>
            <ac:graphicFrameMk id="103" creationId="{00000000-0000-0000-0000-000000000000}"/>
          </ac:graphicFrameMkLst>
        </pc:graphicFrameChg>
        <pc:picChg chg="mod">
          <ac:chgData name="Norbey Muñoz" userId="b7e811e8891ccd42" providerId="LiveId" clId="{2482167B-ADD3-4E68-AB8B-ADE9CECE27D0}" dt="2026-09-01T02:50:54.765" v="457" actId="1076"/>
          <ac:picMkLst>
            <pc:docMk/>
            <pc:sldMk cId="0" sldId="262"/>
            <ac:picMk id="105" creationId="{00000000-0000-0000-0000-000000000000}"/>
          </ac:picMkLst>
        </pc:picChg>
      </pc:sldChg>
      <pc:sldChg chg="delSp modSp mod">
        <pc:chgData name="Norbey Muñoz" userId="b7e811e8891ccd42" providerId="LiveId" clId="{2482167B-ADD3-4E68-AB8B-ADE9CECE27D0}" dt="2026-09-01T02:53:24.037" v="487"/>
        <pc:sldMkLst>
          <pc:docMk/>
          <pc:sldMk cId="0" sldId="263"/>
        </pc:sldMkLst>
        <pc:spChg chg="mod">
          <ac:chgData name="Norbey Muñoz" userId="b7e811e8891ccd42" providerId="LiveId" clId="{2482167B-ADD3-4E68-AB8B-ADE9CECE27D0}" dt="2026-09-01T02:43:48.794" v="175" actId="27636"/>
          <ac:spMkLst>
            <pc:docMk/>
            <pc:sldMk cId="0" sldId="263"/>
            <ac:spMk id="110" creationId="{00000000-0000-0000-0000-000000000000}"/>
          </ac:spMkLst>
        </pc:spChg>
        <pc:spChg chg="mod">
          <ac:chgData name="Norbey Muñoz" userId="b7e811e8891ccd42" providerId="LiveId" clId="{2482167B-ADD3-4E68-AB8B-ADE9CECE27D0}" dt="2026-09-01T02:53:24.037" v="487"/>
          <ac:spMkLst>
            <pc:docMk/>
            <pc:sldMk cId="0" sldId="263"/>
            <ac:spMk id="111" creationId="{00000000-0000-0000-0000-000000000000}"/>
          </ac:spMkLst>
        </pc:spChg>
        <pc:spChg chg="del">
          <ac:chgData name="Norbey Muñoz" userId="b7e811e8891ccd42" providerId="LiveId" clId="{2482167B-ADD3-4E68-AB8B-ADE9CECE27D0}" dt="2026-09-01T02:51:28.611" v="467" actId="478"/>
          <ac:spMkLst>
            <pc:docMk/>
            <pc:sldMk cId="0" sldId="263"/>
            <ac:spMk id="112" creationId="{00000000-0000-0000-0000-000000000000}"/>
          </ac:spMkLst>
        </pc:spChg>
      </pc:sldChg>
      <pc:sldChg chg="addSp delSp modSp mod">
        <pc:chgData name="Norbey Muñoz" userId="b7e811e8891ccd42" providerId="LiveId" clId="{2482167B-ADD3-4E68-AB8B-ADE9CECE27D0}" dt="2026-09-01T03:01:58.010" v="589" actId="1076"/>
        <pc:sldMkLst>
          <pc:docMk/>
          <pc:sldMk cId="0" sldId="264"/>
        </pc:sldMkLst>
        <pc:spChg chg="add del mod">
          <ac:chgData name="Norbey Muñoz" userId="b7e811e8891ccd42" providerId="LiveId" clId="{2482167B-ADD3-4E68-AB8B-ADE9CECE27D0}" dt="2026-09-01T02:59:46.790" v="565" actId="478"/>
          <ac:spMkLst>
            <pc:docMk/>
            <pc:sldMk cId="0" sldId="264"/>
            <ac:spMk id="3" creationId="{06D048C7-687C-90CC-8777-18A564A6AA5B}"/>
          </ac:spMkLst>
        </pc:spChg>
        <pc:spChg chg="mod">
          <ac:chgData name="Norbey Muñoz" userId="b7e811e8891ccd42" providerId="LiveId" clId="{2482167B-ADD3-4E68-AB8B-ADE9CECE27D0}" dt="2026-09-01T03:01:58.010" v="589" actId="1076"/>
          <ac:spMkLst>
            <pc:docMk/>
            <pc:sldMk cId="0" sldId="264"/>
            <ac:spMk id="117" creationId="{00000000-0000-0000-0000-000000000000}"/>
          </ac:spMkLst>
        </pc:spChg>
        <pc:spChg chg="mod">
          <ac:chgData name="Norbey Muñoz" userId="b7e811e8891ccd42" providerId="LiveId" clId="{2482167B-ADD3-4E68-AB8B-ADE9CECE27D0}" dt="2026-09-01T03:01:58.010" v="589" actId="1076"/>
          <ac:spMkLst>
            <pc:docMk/>
            <pc:sldMk cId="0" sldId="264"/>
            <ac:spMk id="118" creationId="{00000000-0000-0000-0000-000000000000}"/>
          </ac:spMkLst>
        </pc:spChg>
        <pc:picChg chg="add mod">
          <ac:chgData name="Norbey Muñoz" userId="b7e811e8891ccd42" providerId="LiveId" clId="{2482167B-ADD3-4E68-AB8B-ADE9CECE27D0}" dt="2026-09-01T03:01:35.529" v="588" actId="1076"/>
          <ac:picMkLst>
            <pc:docMk/>
            <pc:sldMk cId="0" sldId="264"/>
            <ac:picMk id="5" creationId="{8693C952-CC48-6663-24F1-C536B8F00F86}"/>
          </ac:picMkLst>
        </pc:picChg>
        <pc:picChg chg="add mod">
          <ac:chgData name="Norbey Muñoz" userId="b7e811e8891ccd42" providerId="LiveId" clId="{2482167B-ADD3-4E68-AB8B-ADE9CECE27D0}" dt="2026-09-01T03:01:34.568" v="587" actId="1076"/>
          <ac:picMkLst>
            <pc:docMk/>
            <pc:sldMk cId="0" sldId="264"/>
            <ac:picMk id="7" creationId="{8578C055-B3B1-C742-7CCF-95D62BDA8F98}"/>
          </ac:picMkLst>
        </pc:picChg>
        <pc:picChg chg="add mod">
          <ac:chgData name="Norbey Muñoz" userId="b7e811e8891ccd42" providerId="LiveId" clId="{2482167B-ADD3-4E68-AB8B-ADE9CECE27D0}" dt="2026-09-01T03:01:25.673" v="585" actId="1076"/>
          <ac:picMkLst>
            <pc:docMk/>
            <pc:sldMk cId="0" sldId="264"/>
            <ac:picMk id="9" creationId="{B0B30475-AD08-6D78-61F3-FD1C324C0D8C}"/>
          </ac:picMkLst>
        </pc:picChg>
        <pc:picChg chg="del mod">
          <ac:chgData name="Norbey Muñoz" userId="b7e811e8891ccd42" providerId="LiveId" clId="{2482167B-ADD3-4E68-AB8B-ADE9CECE27D0}" dt="2026-09-01T02:59:44.941" v="564" actId="478"/>
          <ac:picMkLst>
            <pc:docMk/>
            <pc:sldMk cId="0" sldId="264"/>
            <ac:picMk id="119" creationId="{00000000-0000-0000-0000-000000000000}"/>
          </ac:picMkLst>
        </pc:picChg>
        <pc:picChg chg="del mod">
          <ac:chgData name="Norbey Muñoz" userId="b7e811e8891ccd42" providerId="LiveId" clId="{2482167B-ADD3-4E68-AB8B-ADE9CECE27D0}" dt="2026-09-01T02:59:48.255" v="566" actId="478"/>
          <ac:picMkLst>
            <pc:docMk/>
            <pc:sldMk cId="0" sldId="264"/>
            <ac:picMk id="120" creationId="{00000000-0000-0000-0000-000000000000}"/>
          </ac:picMkLst>
        </pc:picChg>
      </pc:sldChg>
      <pc:sldChg chg="addSp delSp modSp mod">
        <pc:chgData name="Norbey Muñoz" userId="b7e811e8891ccd42" providerId="LiveId" clId="{2482167B-ADD3-4E68-AB8B-ADE9CECE27D0}" dt="2026-09-01T03:05:34.073" v="628" actId="1076"/>
        <pc:sldMkLst>
          <pc:docMk/>
          <pc:sldMk cId="0" sldId="265"/>
        </pc:sldMkLst>
        <pc:spChg chg="mod">
          <ac:chgData name="Norbey Muñoz" userId="b7e811e8891ccd42" providerId="LiveId" clId="{2482167B-ADD3-4E68-AB8B-ADE9CECE27D0}" dt="2026-09-01T03:04:08.829" v="614" actId="1076"/>
          <ac:spMkLst>
            <pc:docMk/>
            <pc:sldMk cId="0" sldId="265"/>
            <ac:spMk id="125" creationId="{00000000-0000-0000-0000-000000000000}"/>
          </ac:spMkLst>
        </pc:spChg>
        <pc:spChg chg="mod">
          <ac:chgData name="Norbey Muñoz" userId="b7e811e8891ccd42" providerId="LiveId" clId="{2482167B-ADD3-4E68-AB8B-ADE9CECE27D0}" dt="2026-09-01T03:04:08.829" v="614" actId="1076"/>
          <ac:spMkLst>
            <pc:docMk/>
            <pc:sldMk cId="0" sldId="265"/>
            <ac:spMk id="126" creationId="{00000000-0000-0000-0000-000000000000}"/>
          </ac:spMkLst>
        </pc:spChg>
        <pc:picChg chg="add mod">
          <ac:chgData name="Norbey Muñoz" userId="b7e811e8891ccd42" providerId="LiveId" clId="{2482167B-ADD3-4E68-AB8B-ADE9CECE27D0}" dt="2026-09-01T03:04:00.918" v="613" actId="1076"/>
          <ac:picMkLst>
            <pc:docMk/>
            <pc:sldMk cId="0" sldId="265"/>
            <ac:picMk id="3" creationId="{3F054BD9-CF2C-4BC6-A739-FEA8E7EAC0B9}"/>
          </ac:picMkLst>
        </pc:picChg>
        <pc:picChg chg="add mod">
          <ac:chgData name="Norbey Muñoz" userId="b7e811e8891ccd42" providerId="LiveId" clId="{2482167B-ADD3-4E68-AB8B-ADE9CECE27D0}" dt="2026-09-01T03:05:34.073" v="628" actId="1076"/>
          <ac:picMkLst>
            <pc:docMk/>
            <pc:sldMk cId="0" sldId="265"/>
            <ac:picMk id="5" creationId="{C03008E8-EEC6-A22B-D1BE-F78C9D69E1F5}"/>
          </ac:picMkLst>
        </pc:picChg>
        <pc:picChg chg="del mod">
          <ac:chgData name="Norbey Muñoz" userId="b7e811e8891ccd42" providerId="LiveId" clId="{2482167B-ADD3-4E68-AB8B-ADE9CECE27D0}" dt="2026-09-01T03:05:08.315" v="622" actId="478"/>
          <ac:picMkLst>
            <pc:docMk/>
            <pc:sldMk cId="0" sldId="265"/>
            <ac:picMk id="127" creationId="{00000000-0000-0000-0000-000000000000}"/>
          </ac:picMkLst>
        </pc:picChg>
        <pc:picChg chg="del">
          <ac:chgData name="Norbey Muñoz" userId="b7e811e8891ccd42" providerId="LiveId" clId="{2482167B-ADD3-4E68-AB8B-ADE9CECE27D0}" dt="2026-09-01T03:03:41.398" v="607" actId="478"/>
          <ac:picMkLst>
            <pc:docMk/>
            <pc:sldMk cId="0" sldId="265"/>
            <ac:picMk id="128" creationId="{00000000-0000-0000-0000-000000000000}"/>
          </ac:picMkLst>
        </pc:picChg>
      </pc:sldChg>
      <pc:sldChg chg="delSp modSp del mod">
        <pc:chgData name="Norbey Muñoz" userId="b7e811e8891ccd42" providerId="LiveId" clId="{2482167B-ADD3-4E68-AB8B-ADE9CECE27D0}" dt="2026-09-01T03:10:39.488" v="676" actId="47"/>
        <pc:sldMkLst>
          <pc:docMk/>
          <pc:sldMk cId="0" sldId="266"/>
        </pc:sldMkLst>
        <pc:spChg chg="mod">
          <ac:chgData name="Norbey Muñoz" userId="b7e811e8891ccd42" providerId="LiveId" clId="{2482167B-ADD3-4E68-AB8B-ADE9CECE27D0}" dt="2026-09-01T03:07:56.114" v="643" actId="27636"/>
          <ac:spMkLst>
            <pc:docMk/>
            <pc:sldMk cId="0" sldId="266"/>
            <ac:spMk id="134" creationId="{00000000-0000-0000-0000-000000000000}"/>
          </ac:spMkLst>
        </pc:spChg>
        <pc:picChg chg="del mod">
          <ac:chgData name="Norbey Muñoz" userId="b7e811e8891ccd42" providerId="LiveId" clId="{2482167B-ADD3-4E68-AB8B-ADE9CECE27D0}" dt="2026-09-01T03:10:37.035" v="675" actId="478"/>
          <ac:picMkLst>
            <pc:docMk/>
            <pc:sldMk cId="0" sldId="266"/>
            <ac:picMk id="135" creationId="{00000000-0000-0000-0000-000000000000}"/>
          </ac:picMkLst>
        </pc:picChg>
        <pc:picChg chg="del mod">
          <ac:chgData name="Norbey Muñoz" userId="b7e811e8891ccd42" providerId="LiveId" clId="{2482167B-ADD3-4E68-AB8B-ADE9CECE27D0}" dt="2026-09-01T03:10:35.570" v="674" actId="478"/>
          <ac:picMkLst>
            <pc:docMk/>
            <pc:sldMk cId="0" sldId="266"/>
            <ac:picMk id="136" creationId="{00000000-0000-0000-0000-000000000000}"/>
          </ac:picMkLst>
        </pc:picChg>
      </pc:sldChg>
      <pc:sldChg chg="addSp delSp modSp mod">
        <pc:chgData name="Norbey Muñoz" userId="b7e811e8891ccd42" providerId="LiveId" clId="{2482167B-ADD3-4E68-AB8B-ADE9CECE27D0}" dt="2026-09-01T13:25:08.088" v="726" actId="1076"/>
        <pc:sldMkLst>
          <pc:docMk/>
          <pc:sldMk cId="0" sldId="267"/>
        </pc:sldMkLst>
        <pc:spChg chg="mod">
          <ac:chgData name="Norbey Muñoz" userId="b7e811e8891ccd42" providerId="LiveId" clId="{2482167B-ADD3-4E68-AB8B-ADE9CECE27D0}" dt="2026-09-01T13:24:27.998" v="714" actId="1076"/>
          <ac:spMkLst>
            <pc:docMk/>
            <pc:sldMk cId="0" sldId="267"/>
            <ac:spMk id="141" creationId="{00000000-0000-0000-0000-000000000000}"/>
          </ac:spMkLst>
        </pc:spChg>
        <pc:spChg chg="mod">
          <ac:chgData name="Norbey Muñoz" userId="b7e811e8891ccd42" providerId="LiveId" clId="{2482167B-ADD3-4E68-AB8B-ADE9CECE27D0}" dt="2026-09-01T13:24:27.998" v="714" actId="1076"/>
          <ac:spMkLst>
            <pc:docMk/>
            <pc:sldMk cId="0" sldId="267"/>
            <ac:spMk id="142" creationId="{00000000-0000-0000-0000-000000000000}"/>
          </ac:spMkLst>
        </pc:spChg>
        <pc:picChg chg="add mod">
          <ac:chgData name="Norbey Muñoz" userId="b7e811e8891ccd42" providerId="LiveId" clId="{2482167B-ADD3-4E68-AB8B-ADE9CECE27D0}" dt="2026-09-01T13:25:03.119" v="725" actId="1076"/>
          <ac:picMkLst>
            <pc:docMk/>
            <pc:sldMk cId="0" sldId="267"/>
            <ac:picMk id="3" creationId="{72B7BA5E-F544-BB7C-65CC-2000765EC2A3}"/>
          </ac:picMkLst>
        </pc:picChg>
        <pc:picChg chg="add mod">
          <ac:chgData name="Norbey Muñoz" userId="b7e811e8891ccd42" providerId="LiveId" clId="{2482167B-ADD3-4E68-AB8B-ADE9CECE27D0}" dt="2026-09-01T13:25:08.088" v="726" actId="1076"/>
          <ac:picMkLst>
            <pc:docMk/>
            <pc:sldMk cId="0" sldId="267"/>
            <ac:picMk id="5" creationId="{92C3A04C-9483-0D6A-6018-576C96936C98}"/>
          </ac:picMkLst>
        </pc:picChg>
        <pc:picChg chg="del mod">
          <ac:chgData name="Norbey Muñoz" userId="b7e811e8891ccd42" providerId="LiveId" clId="{2482167B-ADD3-4E68-AB8B-ADE9CECE27D0}" dt="2026-09-01T13:24:12.018" v="712" actId="478"/>
          <ac:picMkLst>
            <pc:docMk/>
            <pc:sldMk cId="0" sldId="267"/>
            <ac:picMk id="143" creationId="{00000000-0000-0000-0000-000000000000}"/>
          </ac:picMkLst>
        </pc:picChg>
        <pc:picChg chg="del">
          <ac:chgData name="Norbey Muñoz" userId="b7e811e8891ccd42" providerId="LiveId" clId="{2482167B-ADD3-4E68-AB8B-ADE9CECE27D0}" dt="2026-09-01T13:24:11.405" v="711" actId="478"/>
          <ac:picMkLst>
            <pc:docMk/>
            <pc:sldMk cId="0" sldId="267"/>
            <ac:picMk id="144" creationId="{00000000-0000-0000-0000-000000000000}"/>
          </ac:picMkLst>
        </pc:picChg>
      </pc:sldChg>
      <pc:sldChg chg="addSp delSp modSp mod">
        <pc:chgData name="Norbey Muñoz" userId="b7e811e8891ccd42" providerId="LiveId" clId="{2482167B-ADD3-4E68-AB8B-ADE9CECE27D0}" dt="2026-09-01T13:29:14.566" v="743" actId="14100"/>
        <pc:sldMkLst>
          <pc:docMk/>
          <pc:sldMk cId="0" sldId="268"/>
        </pc:sldMkLst>
        <pc:spChg chg="mod">
          <ac:chgData name="Norbey Muñoz" userId="b7e811e8891ccd42" providerId="LiveId" clId="{2482167B-ADD3-4E68-AB8B-ADE9CECE27D0}" dt="2026-09-01T13:27:13.931" v="736" actId="1076"/>
          <ac:spMkLst>
            <pc:docMk/>
            <pc:sldMk cId="0" sldId="268"/>
            <ac:spMk id="149" creationId="{00000000-0000-0000-0000-000000000000}"/>
          </ac:spMkLst>
        </pc:spChg>
        <pc:spChg chg="mod">
          <ac:chgData name="Norbey Muñoz" userId="b7e811e8891ccd42" providerId="LiveId" clId="{2482167B-ADD3-4E68-AB8B-ADE9CECE27D0}" dt="2026-09-01T13:27:13.931" v="736" actId="1076"/>
          <ac:spMkLst>
            <pc:docMk/>
            <pc:sldMk cId="0" sldId="268"/>
            <ac:spMk id="150" creationId="{00000000-0000-0000-0000-000000000000}"/>
          </ac:spMkLst>
        </pc:spChg>
        <pc:picChg chg="add mod">
          <ac:chgData name="Norbey Muñoz" userId="b7e811e8891ccd42" providerId="LiveId" clId="{2482167B-ADD3-4E68-AB8B-ADE9CECE27D0}" dt="2026-09-01T13:28:52.446" v="739" actId="1076"/>
          <ac:picMkLst>
            <pc:docMk/>
            <pc:sldMk cId="0" sldId="268"/>
            <ac:picMk id="3" creationId="{65BC42EF-3E14-4AC3-9750-AD55222E7055}"/>
          </ac:picMkLst>
        </pc:picChg>
        <pc:picChg chg="add mod">
          <ac:chgData name="Norbey Muñoz" userId="b7e811e8891ccd42" providerId="LiveId" clId="{2482167B-ADD3-4E68-AB8B-ADE9CECE27D0}" dt="2026-09-01T13:29:14.566" v="743" actId="14100"/>
          <ac:picMkLst>
            <pc:docMk/>
            <pc:sldMk cId="0" sldId="268"/>
            <ac:picMk id="5" creationId="{D64BC8C1-DA3A-7C01-83E3-90C88D2E3EB4}"/>
          </ac:picMkLst>
        </pc:picChg>
        <pc:picChg chg="del">
          <ac:chgData name="Norbey Muñoz" userId="b7e811e8891ccd42" providerId="LiveId" clId="{2482167B-ADD3-4E68-AB8B-ADE9CECE27D0}" dt="2026-09-01T13:27:06.214" v="733" actId="478"/>
          <ac:picMkLst>
            <pc:docMk/>
            <pc:sldMk cId="0" sldId="268"/>
            <ac:picMk id="151" creationId="{00000000-0000-0000-0000-000000000000}"/>
          </ac:picMkLst>
        </pc:picChg>
        <pc:picChg chg="del">
          <ac:chgData name="Norbey Muñoz" userId="b7e811e8891ccd42" providerId="LiveId" clId="{2482167B-ADD3-4E68-AB8B-ADE9CECE27D0}" dt="2026-09-01T13:27:07.294" v="734" actId="478"/>
          <ac:picMkLst>
            <pc:docMk/>
            <pc:sldMk cId="0" sldId="268"/>
            <ac:picMk id="152" creationId="{00000000-0000-0000-0000-000000000000}"/>
          </ac:picMkLst>
        </pc:picChg>
      </pc:sldChg>
      <pc:sldChg chg="addSp delSp modSp add mod">
        <pc:chgData name="Norbey Muñoz" userId="b7e811e8891ccd42" providerId="LiveId" clId="{2482167B-ADD3-4E68-AB8B-ADE9CECE27D0}" dt="2026-09-01T02:12:21.535" v="44" actId="1076"/>
        <pc:sldMkLst>
          <pc:docMk/>
          <pc:sldMk cId="3220141220" sldId="270"/>
        </pc:sldMkLst>
        <pc:spChg chg="mod">
          <ac:chgData name="Norbey Muñoz" userId="b7e811e8891ccd42" providerId="LiveId" clId="{2482167B-ADD3-4E68-AB8B-ADE9CECE27D0}" dt="2026-09-01T02:12:07.149" v="41" actId="20577"/>
          <ac:spMkLst>
            <pc:docMk/>
            <pc:sldMk cId="3220141220" sldId="270"/>
            <ac:spMk id="72" creationId="{34E297FB-68AE-6DC9-BD35-D74E87071E71}"/>
          </ac:spMkLst>
        </pc:spChg>
        <pc:picChg chg="add mod">
          <ac:chgData name="Norbey Muñoz" userId="b7e811e8891ccd42" providerId="LiveId" clId="{2482167B-ADD3-4E68-AB8B-ADE9CECE27D0}" dt="2026-09-01T02:12:21.535" v="44" actId="1076"/>
          <ac:picMkLst>
            <pc:docMk/>
            <pc:sldMk cId="3220141220" sldId="270"/>
            <ac:picMk id="3" creationId="{BB456EFE-3676-EC5B-14CC-86AA86E9446C}"/>
          </ac:picMkLst>
        </pc:picChg>
        <pc:picChg chg="del">
          <ac:chgData name="Norbey Muñoz" userId="b7e811e8891ccd42" providerId="LiveId" clId="{2482167B-ADD3-4E68-AB8B-ADE9CECE27D0}" dt="2026-09-01T02:12:03.620" v="30" actId="478"/>
          <ac:picMkLst>
            <pc:docMk/>
            <pc:sldMk cId="3220141220" sldId="270"/>
            <ac:picMk id="73" creationId="{38BD5D2F-CE87-DB66-8446-F0D519E95175}"/>
          </ac:picMkLst>
        </pc:picChg>
      </pc:sldChg>
      <pc:sldChg chg="addSp delSp modSp add mod">
        <pc:chgData name="Norbey Muñoz" userId="b7e811e8891ccd42" providerId="LiveId" clId="{2482167B-ADD3-4E68-AB8B-ADE9CECE27D0}" dt="2026-09-01T02:17:29.168" v="63" actId="1076"/>
        <pc:sldMkLst>
          <pc:docMk/>
          <pc:sldMk cId="827512160" sldId="271"/>
        </pc:sldMkLst>
        <pc:spChg chg="mod">
          <ac:chgData name="Norbey Muñoz" userId="b7e811e8891ccd42" providerId="LiveId" clId="{2482167B-ADD3-4E68-AB8B-ADE9CECE27D0}" dt="2026-09-01T02:15:43.292" v="58" actId="20577"/>
          <ac:spMkLst>
            <pc:docMk/>
            <pc:sldMk cId="827512160" sldId="271"/>
            <ac:spMk id="72" creationId="{46BBCC0D-F8A3-ED12-C677-8DE3F02682CA}"/>
          </ac:spMkLst>
        </pc:spChg>
        <pc:picChg chg="del">
          <ac:chgData name="Norbey Muñoz" userId="b7e811e8891ccd42" providerId="LiveId" clId="{2482167B-ADD3-4E68-AB8B-ADE9CECE27D0}" dt="2026-09-01T02:15:44.889" v="59" actId="478"/>
          <ac:picMkLst>
            <pc:docMk/>
            <pc:sldMk cId="827512160" sldId="271"/>
            <ac:picMk id="3" creationId="{97F9C7CF-92A4-6449-3CF2-B90611D4CE83}"/>
          </ac:picMkLst>
        </pc:picChg>
        <pc:picChg chg="add mod">
          <ac:chgData name="Norbey Muñoz" userId="b7e811e8891ccd42" providerId="LiveId" clId="{2482167B-ADD3-4E68-AB8B-ADE9CECE27D0}" dt="2026-09-01T02:17:25.624" v="61" actId="1076"/>
          <ac:picMkLst>
            <pc:docMk/>
            <pc:sldMk cId="827512160" sldId="271"/>
            <ac:picMk id="4" creationId="{CCB01688-DA07-1A69-476B-9FB640F6E3C0}"/>
          </ac:picMkLst>
        </pc:picChg>
        <pc:picChg chg="add mod">
          <ac:chgData name="Norbey Muñoz" userId="b7e811e8891ccd42" providerId="LiveId" clId="{2482167B-ADD3-4E68-AB8B-ADE9CECE27D0}" dt="2026-09-01T02:17:29.168" v="63" actId="1076"/>
          <ac:picMkLst>
            <pc:docMk/>
            <pc:sldMk cId="827512160" sldId="271"/>
            <ac:picMk id="6" creationId="{3D31FA41-B342-6538-8F4F-30D37D0E2383}"/>
          </ac:picMkLst>
        </pc:picChg>
      </pc:sldChg>
      <pc:sldChg chg="addSp delSp modSp add mod">
        <pc:chgData name="Norbey Muñoz" userId="b7e811e8891ccd42" providerId="LiveId" clId="{2482167B-ADD3-4E68-AB8B-ADE9CECE27D0}" dt="2026-09-01T02:20:41.017" v="77" actId="22"/>
        <pc:sldMkLst>
          <pc:docMk/>
          <pc:sldMk cId="25977053" sldId="272"/>
        </pc:sldMkLst>
        <pc:spChg chg="mod">
          <ac:chgData name="Norbey Muñoz" userId="b7e811e8891ccd42" providerId="LiveId" clId="{2482167B-ADD3-4E68-AB8B-ADE9CECE27D0}" dt="2026-09-01T02:20:38.328" v="74" actId="20577"/>
          <ac:spMkLst>
            <pc:docMk/>
            <pc:sldMk cId="25977053" sldId="272"/>
            <ac:spMk id="72" creationId="{3AC77E1B-B7C6-50EE-EEBB-C018E58CA41E}"/>
          </ac:spMkLst>
        </pc:spChg>
        <pc:picChg chg="add">
          <ac:chgData name="Norbey Muñoz" userId="b7e811e8891ccd42" providerId="LiveId" clId="{2482167B-ADD3-4E68-AB8B-ADE9CECE27D0}" dt="2026-09-01T02:20:41.017" v="77" actId="22"/>
          <ac:picMkLst>
            <pc:docMk/>
            <pc:sldMk cId="25977053" sldId="272"/>
            <ac:picMk id="3" creationId="{76E81C63-9433-B76A-CB2C-ABA80367ECBB}"/>
          </ac:picMkLst>
        </pc:picChg>
        <pc:picChg chg="del">
          <ac:chgData name="Norbey Muñoz" userId="b7e811e8891ccd42" providerId="LiveId" clId="{2482167B-ADD3-4E68-AB8B-ADE9CECE27D0}" dt="2026-09-01T02:20:39.693" v="75" actId="478"/>
          <ac:picMkLst>
            <pc:docMk/>
            <pc:sldMk cId="25977053" sldId="272"/>
            <ac:picMk id="4" creationId="{6A9E03A3-3309-4066-7978-7EF97EB42B8C}"/>
          </ac:picMkLst>
        </pc:picChg>
        <pc:picChg chg="del">
          <ac:chgData name="Norbey Muñoz" userId="b7e811e8891ccd42" providerId="LiveId" clId="{2482167B-ADD3-4E68-AB8B-ADE9CECE27D0}" dt="2026-09-01T02:20:40.257" v="76" actId="478"/>
          <ac:picMkLst>
            <pc:docMk/>
            <pc:sldMk cId="25977053" sldId="272"/>
            <ac:picMk id="6" creationId="{0FDBA6A6-BA1A-DF5C-C2E9-4CE045A60235}"/>
          </ac:picMkLst>
        </pc:picChg>
      </pc:sldChg>
      <pc:sldChg chg="addSp delSp modSp add mod">
        <pc:chgData name="Norbey Muñoz" userId="b7e811e8891ccd42" providerId="LiveId" clId="{2482167B-ADD3-4E68-AB8B-ADE9CECE27D0}" dt="2026-09-01T02:22:40.458" v="102" actId="1076"/>
        <pc:sldMkLst>
          <pc:docMk/>
          <pc:sldMk cId="395993241" sldId="273"/>
        </pc:sldMkLst>
        <pc:picChg chg="del">
          <ac:chgData name="Norbey Muñoz" userId="b7e811e8891ccd42" providerId="LiveId" clId="{2482167B-ADD3-4E68-AB8B-ADE9CECE27D0}" dt="2026-09-01T02:21:45.135" v="79" actId="478"/>
          <ac:picMkLst>
            <pc:docMk/>
            <pc:sldMk cId="395993241" sldId="273"/>
            <ac:picMk id="3" creationId="{0036E6AB-6776-6F37-079F-579502DDF1F5}"/>
          </ac:picMkLst>
        </pc:picChg>
        <pc:picChg chg="add mod">
          <ac:chgData name="Norbey Muñoz" userId="b7e811e8891ccd42" providerId="LiveId" clId="{2482167B-ADD3-4E68-AB8B-ADE9CECE27D0}" dt="2026-09-01T02:22:38.970" v="101" actId="1076"/>
          <ac:picMkLst>
            <pc:docMk/>
            <pc:sldMk cId="395993241" sldId="273"/>
            <ac:picMk id="4" creationId="{90D3FDDB-34ED-0CE4-FD7E-05B0C025683F}"/>
          </ac:picMkLst>
        </pc:picChg>
        <pc:picChg chg="add mod">
          <ac:chgData name="Norbey Muñoz" userId="b7e811e8891ccd42" providerId="LiveId" clId="{2482167B-ADD3-4E68-AB8B-ADE9CECE27D0}" dt="2026-09-01T02:22:40.458" v="102" actId="1076"/>
          <ac:picMkLst>
            <pc:docMk/>
            <pc:sldMk cId="395993241" sldId="273"/>
            <ac:picMk id="6" creationId="{AE2BDBCA-9F26-7477-BA35-21E6C619D3F0}"/>
          </ac:picMkLst>
        </pc:picChg>
      </pc:sldChg>
      <pc:sldChg chg="addSp modSp add del mod">
        <pc:chgData name="Norbey Muñoz" userId="b7e811e8891ccd42" providerId="LiveId" clId="{2482167B-ADD3-4E68-AB8B-ADE9CECE27D0}" dt="2026-09-01T02:38:36.094" v="113" actId="47"/>
        <pc:sldMkLst>
          <pc:docMk/>
          <pc:sldMk cId="1767589556" sldId="274"/>
        </pc:sldMkLst>
        <pc:spChg chg="mod">
          <ac:chgData name="Norbey Muñoz" userId="b7e811e8891ccd42" providerId="LiveId" clId="{2482167B-ADD3-4E68-AB8B-ADE9CECE27D0}" dt="2026-09-01T02:21:51.524" v="92" actId="20577"/>
          <ac:spMkLst>
            <pc:docMk/>
            <pc:sldMk cId="1767589556" sldId="274"/>
            <ac:spMk id="72" creationId="{978E8BC7-BFDF-FFE9-DBEC-D5CEF0AD81AD}"/>
          </ac:spMkLst>
        </pc:spChg>
        <pc:picChg chg="add mod">
          <ac:chgData name="Norbey Muñoz" userId="b7e811e8891ccd42" providerId="LiveId" clId="{2482167B-ADD3-4E68-AB8B-ADE9CECE27D0}" dt="2026-09-01T02:21:57.832" v="95" actId="1076"/>
          <ac:picMkLst>
            <pc:docMk/>
            <pc:sldMk cId="1767589556" sldId="274"/>
            <ac:picMk id="3" creationId="{36B5244F-EE16-6BD7-7A5D-D9E700FE685F}"/>
          </ac:picMkLst>
        </pc:picChg>
      </pc:sldChg>
      <pc:sldChg chg="addSp delSp modSp add mod delAnim">
        <pc:chgData name="Norbey Muñoz" userId="b7e811e8891ccd42" providerId="LiveId" clId="{2482167B-ADD3-4E68-AB8B-ADE9CECE27D0}" dt="2026-09-01T02:47:44.224" v="262" actId="27636"/>
        <pc:sldMkLst>
          <pc:docMk/>
          <pc:sldMk cId="1886014766" sldId="274"/>
        </pc:sldMkLst>
        <pc:spChg chg="del">
          <ac:chgData name="Norbey Muñoz" userId="b7e811e8891ccd42" providerId="LiveId" clId="{2482167B-ADD3-4E68-AB8B-ADE9CECE27D0}" dt="2026-09-01T02:42:59.407" v="154" actId="478"/>
          <ac:spMkLst>
            <pc:docMk/>
            <pc:sldMk cId="1886014766" sldId="274"/>
            <ac:spMk id="3" creationId="{ECDC5608-E5A3-6F3D-6613-74C690713C33}"/>
          </ac:spMkLst>
        </pc:spChg>
        <pc:spChg chg="add del mod">
          <ac:chgData name="Norbey Muñoz" userId="b7e811e8891ccd42" providerId="LiveId" clId="{2482167B-ADD3-4E68-AB8B-ADE9CECE27D0}" dt="2026-09-01T02:43:04.118" v="158" actId="478"/>
          <ac:spMkLst>
            <pc:docMk/>
            <pc:sldMk cId="1886014766" sldId="274"/>
            <ac:spMk id="4" creationId="{62063355-8983-2B83-FCBA-3A76EC9A26E8}"/>
          </ac:spMkLst>
        </pc:spChg>
        <pc:spChg chg="mod">
          <ac:chgData name="Norbey Muñoz" userId="b7e811e8891ccd42" providerId="LiveId" clId="{2482167B-ADD3-4E68-AB8B-ADE9CECE27D0}" dt="2026-09-01T02:47:44.224" v="262" actId="27636"/>
          <ac:spMkLst>
            <pc:docMk/>
            <pc:sldMk cId="1886014766" sldId="274"/>
            <ac:spMk id="79" creationId="{55F6890D-89F6-58DC-A455-91BC609079F7}"/>
          </ac:spMkLst>
        </pc:spChg>
        <pc:spChg chg="del">
          <ac:chgData name="Norbey Muñoz" userId="b7e811e8891ccd42" providerId="LiveId" clId="{2482167B-ADD3-4E68-AB8B-ADE9CECE27D0}" dt="2026-09-01T02:43:02.320" v="157" actId="478"/>
          <ac:spMkLst>
            <pc:docMk/>
            <pc:sldMk cId="1886014766" sldId="274"/>
            <ac:spMk id="80" creationId="{8AC8AC79-FD1A-EA6C-24FB-1354123E8399}"/>
          </ac:spMkLst>
        </pc:spChg>
        <pc:picChg chg="del">
          <ac:chgData name="Norbey Muñoz" userId="b7e811e8891ccd42" providerId="LiveId" clId="{2482167B-ADD3-4E68-AB8B-ADE9CECE27D0}" dt="2026-09-01T02:43:00.970" v="156" actId="478"/>
          <ac:picMkLst>
            <pc:docMk/>
            <pc:sldMk cId="1886014766" sldId="274"/>
            <ac:picMk id="81" creationId="{85424597-27C3-4864-3106-1C8DC295C8C8}"/>
          </ac:picMkLst>
        </pc:picChg>
        <pc:picChg chg="del">
          <ac:chgData name="Norbey Muñoz" userId="b7e811e8891ccd42" providerId="LiveId" clId="{2482167B-ADD3-4E68-AB8B-ADE9CECE27D0}" dt="2026-09-01T02:43:00.081" v="155" actId="478"/>
          <ac:picMkLst>
            <pc:docMk/>
            <pc:sldMk cId="1886014766" sldId="274"/>
            <ac:picMk id="82" creationId="{4826EBC0-19DE-CCB5-BB0F-AFF506C5FE2E}"/>
          </ac:picMkLst>
        </pc:picChg>
      </pc:sldChg>
      <pc:sldChg chg="addSp delSp modSp add mod">
        <pc:chgData name="Norbey Muñoz" userId="b7e811e8891ccd42" providerId="LiveId" clId="{2482167B-ADD3-4E68-AB8B-ADE9CECE27D0}" dt="2026-09-01T02:51:24.023" v="466" actId="1076"/>
        <pc:sldMkLst>
          <pc:docMk/>
          <pc:sldMk cId="1496518696" sldId="275"/>
        </pc:sldMkLst>
        <pc:graphicFrameChg chg="del">
          <ac:chgData name="Norbey Muñoz" userId="b7e811e8891ccd42" providerId="LiveId" clId="{2482167B-ADD3-4E68-AB8B-ADE9CECE27D0}" dt="2026-09-01T02:51:03.073" v="459" actId="478"/>
          <ac:graphicFrameMkLst>
            <pc:docMk/>
            <pc:sldMk cId="1496518696" sldId="275"/>
            <ac:graphicFrameMk id="103" creationId="{BA7CE6CB-88A1-7E4E-EA5A-780409CAAA68}"/>
          </ac:graphicFrameMkLst>
        </pc:graphicFrameChg>
        <pc:picChg chg="add mod">
          <ac:chgData name="Norbey Muñoz" userId="b7e811e8891ccd42" providerId="LiveId" clId="{2482167B-ADD3-4E68-AB8B-ADE9CECE27D0}" dt="2026-09-01T02:51:16.655" v="464" actId="1076"/>
          <ac:picMkLst>
            <pc:docMk/>
            <pc:sldMk cId="1496518696" sldId="275"/>
            <ac:picMk id="3" creationId="{39196218-B6FC-5F03-21E6-EF6C35CF84F6}"/>
          </ac:picMkLst>
        </pc:picChg>
        <pc:picChg chg="add mod">
          <ac:chgData name="Norbey Muñoz" userId="b7e811e8891ccd42" providerId="LiveId" clId="{2482167B-ADD3-4E68-AB8B-ADE9CECE27D0}" dt="2026-09-01T02:51:24.023" v="466" actId="1076"/>
          <ac:picMkLst>
            <pc:docMk/>
            <pc:sldMk cId="1496518696" sldId="275"/>
            <ac:picMk id="5" creationId="{D7B1293C-1E5C-7323-0CEC-83F7E0292FF6}"/>
          </ac:picMkLst>
        </pc:picChg>
        <pc:picChg chg="del">
          <ac:chgData name="Norbey Muñoz" userId="b7e811e8891ccd42" providerId="LiveId" clId="{2482167B-ADD3-4E68-AB8B-ADE9CECE27D0}" dt="2026-09-01T02:51:05.182" v="460" actId="478"/>
          <ac:picMkLst>
            <pc:docMk/>
            <pc:sldMk cId="1496518696" sldId="275"/>
            <ac:picMk id="104" creationId="{C5C6D824-6316-88B9-6F7D-272897339A22}"/>
          </ac:picMkLst>
        </pc:picChg>
        <pc:picChg chg="del">
          <ac:chgData name="Norbey Muñoz" userId="b7e811e8891ccd42" providerId="LiveId" clId="{2482167B-ADD3-4E68-AB8B-ADE9CECE27D0}" dt="2026-09-01T02:51:05.182" v="460" actId="478"/>
          <ac:picMkLst>
            <pc:docMk/>
            <pc:sldMk cId="1496518696" sldId="275"/>
            <ac:picMk id="105" creationId="{7CD79CF8-D6C1-75FF-D02E-56F504B5B6B9}"/>
          </ac:picMkLst>
        </pc:picChg>
      </pc:sldChg>
      <pc:sldChg chg="modSp add mod">
        <pc:chgData name="Norbey Muñoz" userId="b7e811e8891ccd42" providerId="LiveId" clId="{2482167B-ADD3-4E68-AB8B-ADE9CECE27D0}" dt="2026-09-01T02:57:17.830" v="536" actId="404"/>
        <pc:sldMkLst>
          <pc:docMk/>
          <pc:sldMk cId="1706802074" sldId="276"/>
        </pc:sldMkLst>
        <pc:spChg chg="mod">
          <ac:chgData name="Norbey Muñoz" userId="b7e811e8891ccd42" providerId="LiveId" clId="{2482167B-ADD3-4E68-AB8B-ADE9CECE27D0}" dt="2026-09-01T02:55:41.121" v="494" actId="20577"/>
          <ac:spMkLst>
            <pc:docMk/>
            <pc:sldMk cId="1706802074" sldId="276"/>
            <ac:spMk id="110" creationId="{68FAB8BD-D97C-17BE-2BB5-E3BE00F00C71}"/>
          </ac:spMkLst>
        </pc:spChg>
        <pc:spChg chg="mod">
          <ac:chgData name="Norbey Muñoz" userId="b7e811e8891ccd42" providerId="LiveId" clId="{2482167B-ADD3-4E68-AB8B-ADE9CECE27D0}" dt="2026-09-01T02:57:17.830" v="536" actId="404"/>
          <ac:spMkLst>
            <pc:docMk/>
            <pc:sldMk cId="1706802074" sldId="276"/>
            <ac:spMk id="111" creationId="{DEB14C73-C890-3607-7227-BFBCA9605197}"/>
          </ac:spMkLst>
        </pc:spChg>
      </pc:sldChg>
      <pc:sldChg chg="delSp add del mod">
        <pc:chgData name="Norbey Muñoz" userId="b7e811e8891ccd42" providerId="LiveId" clId="{2482167B-ADD3-4E68-AB8B-ADE9CECE27D0}" dt="2026-09-01T03:04:50.031" v="619" actId="47"/>
        <pc:sldMkLst>
          <pc:docMk/>
          <pc:sldMk cId="2845926027" sldId="277"/>
        </pc:sldMkLst>
        <pc:picChg chg="del">
          <ac:chgData name="Norbey Muñoz" userId="b7e811e8891ccd42" providerId="LiveId" clId="{2482167B-ADD3-4E68-AB8B-ADE9CECE27D0}" dt="2026-09-01T03:04:48.031" v="618" actId="21"/>
          <ac:picMkLst>
            <pc:docMk/>
            <pc:sldMk cId="2845926027" sldId="277"/>
            <ac:picMk id="128" creationId="{EED3C8C4-8F04-3155-2A33-D940E5949E92}"/>
          </ac:picMkLst>
        </pc:picChg>
      </pc:sldChg>
      <pc:sldChg chg="addSp delSp modSp add mod">
        <pc:chgData name="Norbey Muñoz" userId="b7e811e8891ccd42" providerId="LiveId" clId="{2482167B-ADD3-4E68-AB8B-ADE9CECE27D0}" dt="2026-09-01T03:06:23.339" v="638" actId="1076"/>
        <pc:sldMkLst>
          <pc:docMk/>
          <pc:sldMk cId="595672670" sldId="278"/>
        </pc:sldMkLst>
        <pc:picChg chg="del">
          <ac:chgData name="Norbey Muñoz" userId="b7e811e8891ccd42" providerId="LiveId" clId="{2482167B-ADD3-4E68-AB8B-ADE9CECE27D0}" dt="2026-09-01T03:05:57.118" v="631" actId="478"/>
          <ac:picMkLst>
            <pc:docMk/>
            <pc:sldMk cId="595672670" sldId="278"/>
            <ac:picMk id="3" creationId="{F4CE7FA5-82A3-D919-4449-AC67B17B6C26}"/>
          </ac:picMkLst>
        </pc:picChg>
        <pc:picChg chg="add del mod">
          <ac:chgData name="Norbey Muñoz" userId="b7e811e8891ccd42" providerId="LiveId" clId="{2482167B-ADD3-4E68-AB8B-ADE9CECE27D0}" dt="2026-09-01T03:06:05.669" v="635" actId="478"/>
          <ac:picMkLst>
            <pc:docMk/>
            <pc:sldMk cId="595672670" sldId="278"/>
            <ac:picMk id="4" creationId="{C653DF54-A997-7D7B-55DB-876CE9AD780E}"/>
          </ac:picMkLst>
        </pc:picChg>
        <pc:picChg chg="add mod">
          <ac:chgData name="Norbey Muñoz" userId="b7e811e8891ccd42" providerId="LiveId" clId="{2482167B-ADD3-4E68-AB8B-ADE9CECE27D0}" dt="2026-09-01T03:06:04.081" v="634" actId="1076"/>
          <ac:picMkLst>
            <pc:docMk/>
            <pc:sldMk cId="595672670" sldId="278"/>
            <ac:picMk id="6" creationId="{82667963-1323-2378-5920-2341424353F2}"/>
          </ac:picMkLst>
        </pc:picChg>
        <pc:picChg chg="add mod">
          <ac:chgData name="Norbey Muñoz" userId="b7e811e8891ccd42" providerId="LiveId" clId="{2482167B-ADD3-4E68-AB8B-ADE9CECE27D0}" dt="2026-09-01T03:06:23.339" v="638" actId="1076"/>
          <ac:picMkLst>
            <pc:docMk/>
            <pc:sldMk cId="595672670" sldId="278"/>
            <ac:picMk id="8" creationId="{D809531F-FD52-0EAE-BDF9-DD2C92776303}"/>
          </ac:picMkLst>
        </pc:picChg>
        <pc:picChg chg="del">
          <ac:chgData name="Norbey Muñoz" userId="b7e811e8891ccd42" providerId="LiveId" clId="{2482167B-ADD3-4E68-AB8B-ADE9CECE27D0}" dt="2026-09-01T03:04:52.171" v="620" actId="478"/>
          <ac:picMkLst>
            <pc:docMk/>
            <pc:sldMk cId="595672670" sldId="278"/>
            <ac:picMk id="127" creationId="{F19C6E06-7046-445D-CF4D-2E001B4BEE5D}"/>
          </ac:picMkLst>
        </pc:picChg>
      </pc:sldChg>
      <pc:sldChg chg="addSp delSp modSp add mod ord modAnim">
        <pc:chgData name="Norbey Muñoz" userId="b7e811e8891ccd42" providerId="LiveId" clId="{2482167B-ADD3-4E68-AB8B-ADE9CECE27D0}" dt="2026-09-01T03:14:02.201" v="694" actId="1076"/>
        <pc:sldMkLst>
          <pc:docMk/>
          <pc:sldMk cId="3287779250" sldId="279"/>
        </pc:sldMkLst>
        <pc:spChg chg="mod">
          <ac:chgData name="Norbey Muñoz" userId="b7e811e8891ccd42" providerId="LiveId" clId="{2482167B-ADD3-4E68-AB8B-ADE9CECE27D0}" dt="2026-09-01T03:08:44.623" v="669" actId="1076"/>
          <ac:spMkLst>
            <pc:docMk/>
            <pc:sldMk cId="3287779250" sldId="279"/>
            <ac:spMk id="133" creationId="{EFA93D57-29A0-92E1-4D53-99216F34F215}"/>
          </ac:spMkLst>
        </pc:spChg>
        <pc:spChg chg="mod">
          <ac:chgData name="Norbey Muñoz" userId="b7e811e8891ccd42" providerId="LiveId" clId="{2482167B-ADD3-4E68-AB8B-ADE9CECE27D0}" dt="2026-09-01T03:08:44.623" v="669" actId="1076"/>
          <ac:spMkLst>
            <pc:docMk/>
            <pc:sldMk cId="3287779250" sldId="279"/>
            <ac:spMk id="134" creationId="{BCA7E3F3-F2F1-AAFF-A8B8-BC85891FB297}"/>
          </ac:spMkLst>
        </pc:spChg>
        <pc:picChg chg="add mod">
          <ac:chgData name="Norbey Muñoz" userId="b7e811e8891ccd42" providerId="LiveId" clId="{2482167B-ADD3-4E68-AB8B-ADE9CECE27D0}" dt="2026-09-01T03:10:20.946" v="672" actId="1076"/>
          <ac:picMkLst>
            <pc:docMk/>
            <pc:sldMk cId="3287779250" sldId="279"/>
            <ac:picMk id="3" creationId="{F859FD5C-8657-3873-C29A-1F3D13402CFB}"/>
          </ac:picMkLst>
        </pc:picChg>
        <pc:picChg chg="add mod">
          <ac:chgData name="Norbey Muñoz" userId="b7e811e8891ccd42" providerId="LiveId" clId="{2482167B-ADD3-4E68-AB8B-ADE9CECE27D0}" dt="2026-09-01T03:13:04.303" v="686" actId="1076"/>
          <ac:picMkLst>
            <pc:docMk/>
            <pc:sldMk cId="3287779250" sldId="279"/>
            <ac:picMk id="5" creationId="{E5DB7C44-65A7-953E-810E-2EC8F5A39630}"/>
          </ac:picMkLst>
        </pc:picChg>
        <pc:picChg chg="add mod">
          <ac:chgData name="Norbey Muñoz" userId="b7e811e8891ccd42" providerId="LiveId" clId="{2482167B-ADD3-4E68-AB8B-ADE9CECE27D0}" dt="2026-09-01T03:14:02.201" v="694" actId="1076"/>
          <ac:picMkLst>
            <pc:docMk/>
            <pc:sldMk cId="3287779250" sldId="279"/>
            <ac:picMk id="7" creationId="{081EF63A-8F34-484B-9CD1-88317727F883}"/>
          </ac:picMkLst>
        </pc:picChg>
        <pc:picChg chg="del">
          <ac:chgData name="Norbey Muñoz" userId="b7e811e8891ccd42" providerId="LiveId" clId="{2482167B-ADD3-4E68-AB8B-ADE9CECE27D0}" dt="2026-09-01T03:08:31.772" v="666" actId="478"/>
          <ac:picMkLst>
            <pc:docMk/>
            <pc:sldMk cId="3287779250" sldId="279"/>
            <ac:picMk id="135" creationId="{FE18FBF5-36A1-CB5E-78A3-EAD17E508CFD}"/>
          </ac:picMkLst>
        </pc:picChg>
        <pc:picChg chg="del">
          <ac:chgData name="Norbey Muñoz" userId="b7e811e8891ccd42" providerId="LiveId" clId="{2482167B-ADD3-4E68-AB8B-ADE9CECE27D0}" dt="2026-09-01T03:08:31.173" v="665" actId="478"/>
          <ac:picMkLst>
            <pc:docMk/>
            <pc:sldMk cId="3287779250" sldId="279"/>
            <ac:picMk id="136" creationId="{B60EA543-169B-F8C4-52AD-91829090A7FC}"/>
          </ac:picMkLst>
        </pc:picChg>
      </pc:sldChg>
      <pc:sldChg chg="addSp delSp modSp add mod">
        <pc:chgData name="Norbey Muñoz" userId="b7e811e8891ccd42" providerId="LiveId" clId="{2482167B-ADD3-4E68-AB8B-ADE9CECE27D0}" dt="2026-09-01T03:14:30.898" v="697" actId="1076"/>
        <pc:sldMkLst>
          <pc:docMk/>
          <pc:sldMk cId="4169610147" sldId="280"/>
        </pc:sldMkLst>
        <pc:picChg chg="del">
          <ac:chgData name="Norbey Muñoz" userId="b7e811e8891ccd42" providerId="LiveId" clId="{2482167B-ADD3-4E68-AB8B-ADE9CECE27D0}" dt="2026-09-01T03:10:47.729" v="678" actId="478"/>
          <ac:picMkLst>
            <pc:docMk/>
            <pc:sldMk cId="4169610147" sldId="280"/>
            <ac:picMk id="3" creationId="{B512ACA6-0CD9-010E-BB1F-A8293D5C4697}"/>
          </ac:picMkLst>
        </pc:picChg>
        <pc:picChg chg="add del mod">
          <ac:chgData name="Norbey Muñoz" userId="b7e811e8891ccd42" providerId="LiveId" clId="{2482167B-ADD3-4E68-AB8B-ADE9CECE27D0}" dt="2026-09-01T03:12:50.156" v="683" actId="21"/>
          <ac:picMkLst>
            <pc:docMk/>
            <pc:sldMk cId="4169610147" sldId="280"/>
            <ac:picMk id="4" creationId="{4FAE0790-4C75-22B6-1471-4EA9488A0FA7}"/>
          </ac:picMkLst>
        </pc:picChg>
        <pc:picChg chg="add mod">
          <ac:chgData name="Norbey Muñoz" userId="b7e811e8891ccd42" providerId="LiveId" clId="{2482167B-ADD3-4E68-AB8B-ADE9CECE27D0}" dt="2026-09-01T03:14:30.898" v="697" actId="1076"/>
          <ac:picMkLst>
            <pc:docMk/>
            <pc:sldMk cId="4169610147" sldId="280"/>
            <ac:picMk id="6" creationId="{03C280BE-6B65-A0F1-3782-02C0B2643561}"/>
          </ac:picMkLst>
        </pc:picChg>
      </pc:sldChg>
      <pc:sldChg chg="addSp delSp modSp add mod">
        <pc:chgData name="Norbey Muñoz" userId="b7e811e8891ccd42" providerId="LiveId" clId="{2482167B-ADD3-4E68-AB8B-ADE9CECE27D0}" dt="2026-09-01T13:26:13.642" v="732" actId="1076"/>
        <pc:sldMkLst>
          <pc:docMk/>
          <pc:sldMk cId="2543335271" sldId="281"/>
        </pc:sldMkLst>
        <pc:picChg chg="del">
          <ac:chgData name="Norbey Muñoz" userId="b7e811e8891ccd42" providerId="LiveId" clId="{2482167B-ADD3-4E68-AB8B-ADE9CECE27D0}" dt="2026-09-01T13:26:07.367" v="729" actId="478"/>
          <ac:picMkLst>
            <pc:docMk/>
            <pc:sldMk cId="2543335271" sldId="281"/>
            <ac:picMk id="3" creationId="{A8FF0B11-CF6D-316C-066A-B67B4E0B826D}"/>
          </ac:picMkLst>
        </pc:picChg>
        <pc:picChg chg="add mod">
          <ac:chgData name="Norbey Muñoz" userId="b7e811e8891ccd42" providerId="LiveId" clId="{2482167B-ADD3-4E68-AB8B-ADE9CECE27D0}" dt="2026-09-01T13:26:13.642" v="732" actId="1076"/>
          <ac:picMkLst>
            <pc:docMk/>
            <pc:sldMk cId="2543335271" sldId="281"/>
            <ac:picMk id="4" creationId="{D987A5D6-E9BD-583C-2FFA-336135D7008C}"/>
          </ac:picMkLst>
        </pc:picChg>
        <pc:picChg chg="del">
          <ac:chgData name="Norbey Muñoz" userId="b7e811e8891ccd42" providerId="LiveId" clId="{2482167B-ADD3-4E68-AB8B-ADE9CECE27D0}" dt="2026-09-01T13:26:05.086" v="728" actId="478"/>
          <ac:picMkLst>
            <pc:docMk/>
            <pc:sldMk cId="2543335271" sldId="281"/>
            <ac:picMk id="5" creationId="{B2ABD725-E5DD-E377-B3CB-250F342BF4C3}"/>
          </ac:picMkLst>
        </pc:picChg>
      </pc:sldChg>
      <pc:sldChg chg="addSp delSp modSp add mod">
        <pc:chgData name="Norbey Muñoz" userId="b7e811e8891ccd42" providerId="LiveId" clId="{2482167B-ADD3-4E68-AB8B-ADE9CECE27D0}" dt="2026-09-01T13:30:14.257" v="754" actId="1076"/>
        <pc:sldMkLst>
          <pc:docMk/>
          <pc:sldMk cId="1670396642" sldId="282"/>
        </pc:sldMkLst>
        <pc:picChg chg="del">
          <ac:chgData name="Norbey Muñoz" userId="b7e811e8891ccd42" providerId="LiveId" clId="{2482167B-ADD3-4E68-AB8B-ADE9CECE27D0}" dt="2026-09-01T13:29:34.325" v="746" actId="478"/>
          <ac:picMkLst>
            <pc:docMk/>
            <pc:sldMk cId="1670396642" sldId="282"/>
            <ac:picMk id="3" creationId="{B5AFBE4C-1535-D16C-2C71-7458606625A7}"/>
          </ac:picMkLst>
        </pc:picChg>
        <pc:picChg chg="add mod">
          <ac:chgData name="Norbey Muñoz" userId="b7e811e8891ccd42" providerId="LiveId" clId="{2482167B-ADD3-4E68-AB8B-ADE9CECE27D0}" dt="2026-09-01T13:29:50.488" v="749" actId="1076"/>
          <ac:picMkLst>
            <pc:docMk/>
            <pc:sldMk cId="1670396642" sldId="282"/>
            <ac:picMk id="4" creationId="{4F48CC77-C223-8BA4-FD19-3BD8E6AFEE4B}"/>
          </ac:picMkLst>
        </pc:picChg>
        <pc:picChg chg="del">
          <ac:chgData name="Norbey Muñoz" userId="b7e811e8891ccd42" providerId="LiveId" clId="{2482167B-ADD3-4E68-AB8B-ADE9CECE27D0}" dt="2026-09-01T13:29:32.910" v="745" actId="478"/>
          <ac:picMkLst>
            <pc:docMk/>
            <pc:sldMk cId="1670396642" sldId="282"/>
            <ac:picMk id="5" creationId="{866CCD31-81B3-1405-72EA-787A648B623F}"/>
          </ac:picMkLst>
        </pc:picChg>
        <pc:picChg chg="add mod">
          <ac:chgData name="Norbey Muñoz" userId="b7e811e8891ccd42" providerId="LiveId" clId="{2482167B-ADD3-4E68-AB8B-ADE9CECE27D0}" dt="2026-09-01T13:30:14.257" v="754" actId="1076"/>
          <ac:picMkLst>
            <pc:docMk/>
            <pc:sldMk cId="1670396642" sldId="282"/>
            <ac:picMk id="7" creationId="{99F35412-F022-CB61-E69E-9886A76BFFD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e41b6bb5f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e41b6bb5fe_0_4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e41b6bb5fe_0_4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41b6bb5fe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CC106B5-7A9E-2412-54DB-66DA76BE8C78}"/>
            </a:ext>
          </a:extLst>
        </p:cNvPr>
        <p:cNvGrpSpPr/>
        <p:nvPr/>
      </p:nvGrpSpPr>
      <p:grpSpPr>
        <a:xfrm>
          <a:off x="0" y="0"/>
          <a:ext cx="0" cy="0"/>
          <a:chOff x="0" y="0"/>
          <a:chExt cx="0" cy="0"/>
        </a:xfrm>
      </p:grpSpPr>
      <p:sp>
        <p:nvSpPr>
          <p:cNvPr id="69" name="Google Shape;69;g2e41b6bb5fe_0_496:notes">
            <a:extLst>
              <a:ext uri="{FF2B5EF4-FFF2-40B4-BE49-F238E27FC236}">
                <a16:creationId xmlns:a16="http://schemas.microsoft.com/office/drawing/2014/main" id="{C94AFF07-29B0-54BC-9207-068EFFA017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41b6bb5fe_0_496:notes">
            <a:extLst>
              <a:ext uri="{FF2B5EF4-FFF2-40B4-BE49-F238E27FC236}">
                <a16:creationId xmlns:a16="http://schemas.microsoft.com/office/drawing/2014/main" id="{58AD62F3-E866-69E7-EC52-DCD7213A8D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4092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BB1C21B-B34A-631C-9A72-3B6E31592FF6}"/>
            </a:ext>
          </a:extLst>
        </p:cNvPr>
        <p:cNvGrpSpPr/>
        <p:nvPr/>
      </p:nvGrpSpPr>
      <p:grpSpPr>
        <a:xfrm>
          <a:off x="0" y="0"/>
          <a:ext cx="0" cy="0"/>
          <a:chOff x="0" y="0"/>
          <a:chExt cx="0" cy="0"/>
        </a:xfrm>
      </p:grpSpPr>
      <p:sp>
        <p:nvSpPr>
          <p:cNvPr id="69" name="Google Shape;69;g2e41b6bb5fe_0_496:notes">
            <a:extLst>
              <a:ext uri="{FF2B5EF4-FFF2-40B4-BE49-F238E27FC236}">
                <a16:creationId xmlns:a16="http://schemas.microsoft.com/office/drawing/2014/main" id="{3D3456BD-DE9B-2F35-96D1-8DCA8BE42A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41b6bb5fe_0_496:notes">
            <a:extLst>
              <a:ext uri="{FF2B5EF4-FFF2-40B4-BE49-F238E27FC236}">
                <a16:creationId xmlns:a16="http://schemas.microsoft.com/office/drawing/2014/main" id="{11E5DFBA-E796-7BA5-00DD-273F983F3A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039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3F18A45-38F9-0827-00F1-C5B671255CD3}"/>
            </a:ext>
          </a:extLst>
        </p:cNvPr>
        <p:cNvGrpSpPr/>
        <p:nvPr/>
      </p:nvGrpSpPr>
      <p:grpSpPr>
        <a:xfrm>
          <a:off x="0" y="0"/>
          <a:ext cx="0" cy="0"/>
          <a:chOff x="0" y="0"/>
          <a:chExt cx="0" cy="0"/>
        </a:xfrm>
      </p:grpSpPr>
      <p:sp>
        <p:nvSpPr>
          <p:cNvPr id="69" name="Google Shape;69;g2e41b6bb5fe_0_496:notes">
            <a:extLst>
              <a:ext uri="{FF2B5EF4-FFF2-40B4-BE49-F238E27FC236}">
                <a16:creationId xmlns:a16="http://schemas.microsoft.com/office/drawing/2014/main" id="{2F08BDA5-F47B-8CA1-BDE5-F86663500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41b6bb5fe_0_496:notes">
            <a:extLst>
              <a:ext uri="{FF2B5EF4-FFF2-40B4-BE49-F238E27FC236}">
                <a16:creationId xmlns:a16="http://schemas.microsoft.com/office/drawing/2014/main" id="{5B1820D4-2CAC-4512-985F-F5CECBCFF1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734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B1261DDB-ECBC-4780-D44E-D6661CCA8082}"/>
            </a:ext>
          </a:extLst>
        </p:cNvPr>
        <p:cNvGrpSpPr/>
        <p:nvPr/>
      </p:nvGrpSpPr>
      <p:grpSpPr>
        <a:xfrm>
          <a:off x="0" y="0"/>
          <a:ext cx="0" cy="0"/>
          <a:chOff x="0" y="0"/>
          <a:chExt cx="0" cy="0"/>
        </a:xfrm>
      </p:grpSpPr>
      <p:sp>
        <p:nvSpPr>
          <p:cNvPr id="69" name="Google Shape;69;g2e41b6bb5fe_0_496:notes">
            <a:extLst>
              <a:ext uri="{FF2B5EF4-FFF2-40B4-BE49-F238E27FC236}">
                <a16:creationId xmlns:a16="http://schemas.microsoft.com/office/drawing/2014/main" id="{35FB061F-817E-0172-182C-9FED8B055A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41b6bb5fe_0_496:notes">
            <a:extLst>
              <a:ext uri="{FF2B5EF4-FFF2-40B4-BE49-F238E27FC236}">
                <a16:creationId xmlns:a16="http://schemas.microsoft.com/office/drawing/2014/main" id="{19CDA440-B24D-07E3-40DF-7E3435530A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3394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41b6bb5fe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41b6bb5fe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BA4C756D-0CDF-C0F9-AC81-912B41D81AA2}"/>
            </a:ext>
          </a:extLst>
        </p:cNvPr>
        <p:cNvGrpSpPr/>
        <p:nvPr/>
      </p:nvGrpSpPr>
      <p:grpSpPr>
        <a:xfrm>
          <a:off x="0" y="0"/>
          <a:ext cx="0" cy="0"/>
          <a:chOff x="0" y="0"/>
          <a:chExt cx="0" cy="0"/>
        </a:xfrm>
      </p:grpSpPr>
      <p:sp>
        <p:nvSpPr>
          <p:cNvPr id="75" name="Google Shape;75;g2e41b6bb5fe_0_501:notes">
            <a:extLst>
              <a:ext uri="{FF2B5EF4-FFF2-40B4-BE49-F238E27FC236}">
                <a16:creationId xmlns:a16="http://schemas.microsoft.com/office/drawing/2014/main" id="{5ECEEED8-61FA-7B7E-4204-0A829C7C68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41b6bb5fe_0_501:notes">
            <a:extLst>
              <a:ext uri="{FF2B5EF4-FFF2-40B4-BE49-F238E27FC236}">
                <a16:creationId xmlns:a16="http://schemas.microsoft.com/office/drawing/2014/main" id="{CF9F742D-4F57-364B-F1DE-EDAB765BBA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7598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e41b6bb5fe_0_5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e41b6bb5fe_0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41b6bb5fe_0_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e41b6bb5fe_0_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e41b6bb5fe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e41b6bb5fe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A4B7AAD-B76E-66B7-11C9-CA7AD803722E}"/>
            </a:ext>
          </a:extLst>
        </p:cNvPr>
        <p:cNvGrpSpPr/>
        <p:nvPr/>
      </p:nvGrpSpPr>
      <p:grpSpPr>
        <a:xfrm>
          <a:off x="0" y="0"/>
          <a:ext cx="0" cy="0"/>
          <a:chOff x="0" y="0"/>
          <a:chExt cx="0" cy="0"/>
        </a:xfrm>
      </p:grpSpPr>
      <p:sp>
        <p:nvSpPr>
          <p:cNvPr id="99" name="Google Shape;99;g2e41b6bb5fe_0_537:notes">
            <a:extLst>
              <a:ext uri="{FF2B5EF4-FFF2-40B4-BE49-F238E27FC236}">
                <a16:creationId xmlns:a16="http://schemas.microsoft.com/office/drawing/2014/main" id="{F9BBDDAE-C302-2070-DF92-678F182F6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e41b6bb5fe_0_537:notes">
            <a:extLst>
              <a:ext uri="{FF2B5EF4-FFF2-40B4-BE49-F238E27FC236}">
                <a16:creationId xmlns:a16="http://schemas.microsoft.com/office/drawing/2014/main" id="{C8208386-1DC2-5095-DBF9-D95C72339A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8983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41b6bb5fe_0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e41b6bb5fe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3A1B055-0EAE-F43E-9B06-5BE17E198C06}"/>
            </a:ext>
          </a:extLst>
        </p:cNvPr>
        <p:cNvGrpSpPr/>
        <p:nvPr/>
      </p:nvGrpSpPr>
      <p:grpSpPr>
        <a:xfrm>
          <a:off x="0" y="0"/>
          <a:ext cx="0" cy="0"/>
          <a:chOff x="0" y="0"/>
          <a:chExt cx="0" cy="0"/>
        </a:xfrm>
      </p:grpSpPr>
      <p:sp>
        <p:nvSpPr>
          <p:cNvPr id="107" name="Google Shape;107;g2e41b6bb5fe_0_549:notes">
            <a:extLst>
              <a:ext uri="{FF2B5EF4-FFF2-40B4-BE49-F238E27FC236}">
                <a16:creationId xmlns:a16="http://schemas.microsoft.com/office/drawing/2014/main" id="{D6EC6155-9BE8-CABC-E11F-E83FEC6348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e41b6bb5fe_0_549:notes">
            <a:extLst>
              <a:ext uri="{FF2B5EF4-FFF2-40B4-BE49-F238E27FC236}">
                <a16:creationId xmlns:a16="http://schemas.microsoft.com/office/drawing/2014/main" id="{6C0D9281-AE3D-93D4-D04B-96609E1099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4684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e41b6bb5f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e41b6bb5fe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e41b6bb5fe_0_5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e41b6bb5fe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259D5083-53FB-15E0-F0E7-87FC640CBBEA}"/>
            </a:ext>
          </a:extLst>
        </p:cNvPr>
        <p:cNvGrpSpPr/>
        <p:nvPr/>
      </p:nvGrpSpPr>
      <p:grpSpPr>
        <a:xfrm>
          <a:off x="0" y="0"/>
          <a:ext cx="0" cy="0"/>
          <a:chOff x="0" y="0"/>
          <a:chExt cx="0" cy="0"/>
        </a:xfrm>
      </p:grpSpPr>
      <p:sp>
        <p:nvSpPr>
          <p:cNvPr id="122" name="Google Shape;122;g2e41b6bb5fe_0_581:notes">
            <a:extLst>
              <a:ext uri="{FF2B5EF4-FFF2-40B4-BE49-F238E27FC236}">
                <a16:creationId xmlns:a16="http://schemas.microsoft.com/office/drawing/2014/main" id="{353EDAEF-32D4-8E2A-888D-CA8D7AE19F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e41b6bb5fe_0_581:notes">
            <a:extLst>
              <a:ext uri="{FF2B5EF4-FFF2-40B4-BE49-F238E27FC236}">
                <a16:creationId xmlns:a16="http://schemas.microsoft.com/office/drawing/2014/main" id="{29A46C4B-811C-8488-E3D8-763867468E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7499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3B508CC-2DA3-FA48-B6D6-09CA9187D434}"/>
            </a:ext>
          </a:extLst>
        </p:cNvPr>
        <p:cNvGrpSpPr/>
        <p:nvPr/>
      </p:nvGrpSpPr>
      <p:grpSpPr>
        <a:xfrm>
          <a:off x="0" y="0"/>
          <a:ext cx="0" cy="0"/>
          <a:chOff x="0" y="0"/>
          <a:chExt cx="0" cy="0"/>
        </a:xfrm>
      </p:grpSpPr>
      <p:sp>
        <p:nvSpPr>
          <p:cNvPr id="130" name="Google Shape;130;g2e41b6bb5fe_0_591:notes">
            <a:extLst>
              <a:ext uri="{FF2B5EF4-FFF2-40B4-BE49-F238E27FC236}">
                <a16:creationId xmlns:a16="http://schemas.microsoft.com/office/drawing/2014/main" id="{253037D4-294E-E08A-E6EB-178E568DA6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e41b6bb5fe_0_591:notes">
            <a:extLst>
              <a:ext uri="{FF2B5EF4-FFF2-40B4-BE49-F238E27FC236}">
                <a16:creationId xmlns:a16="http://schemas.microsoft.com/office/drawing/2014/main" id="{E300E708-12CB-20BC-332F-9050859702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161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D4399A4-D7D6-7A2F-8868-849C9AED07B7}"/>
            </a:ext>
          </a:extLst>
        </p:cNvPr>
        <p:cNvGrpSpPr/>
        <p:nvPr/>
      </p:nvGrpSpPr>
      <p:grpSpPr>
        <a:xfrm>
          <a:off x="0" y="0"/>
          <a:ext cx="0" cy="0"/>
          <a:chOff x="0" y="0"/>
          <a:chExt cx="0" cy="0"/>
        </a:xfrm>
      </p:grpSpPr>
      <p:sp>
        <p:nvSpPr>
          <p:cNvPr id="130" name="Google Shape;130;g2e41b6bb5fe_0_591:notes">
            <a:extLst>
              <a:ext uri="{FF2B5EF4-FFF2-40B4-BE49-F238E27FC236}">
                <a16:creationId xmlns:a16="http://schemas.microsoft.com/office/drawing/2014/main" id="{9B8F601F-F78B-C2D6-6445-0B97BFC518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e41b6bb5fe_0_591:notes">
            <a:extLst>
              <a:ext uri="{FF2B5EF4-FFF2-40B4-BE49-F238E27FC236}">
                <a16:creationId xmlns:a16="http://schemas.microsoft.com/office/drawing/2014/main" id="{9E2CC8E0-ED2F-B4CE-A86C-90740AEC42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43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41b6bb5fe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41b6bb5fe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AF5B4F66-77FA-7A31-3742-CAF6B09E76B7}"/>
            </a:ext>
          </a:extLst>
        </p:cNvPr>
        <p:cNvGrpSpPr/>
        <p:nvPr/>
      </p:nvGrpSpPr>
      <p:grpSpPr>
        <a:xfrm>
          <a:off x="0" y="0"/>
          <a:ext cx="0" cy="0"/>
          <a:chOff x="0" y="0"/>
          <a:chExt cx="0" cy="0"/>
        </a:xfrm>
      </p:grpSpPr>
      <p:sp>
        <p:nvSpPr>
          <p:cNvPr id="138" name="Google Shape;138;g2e41b6bb5fe_0_601:notes">
            <a:extLst>
              <a:ext uri="{FF2B5EF4-FFF2-40B4-BE49-F238E27FC236}">
                <a16:creationId xmlns:a16="http://schemas.microsoft.com/office/drawing/2014/main" id="{C52A6A5B-F099-B3D2-2B0A-A9D5D05B9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41b6bb5fe_0_601:notes">
            <a:extLst>
              <a:ext uri="{FF2B5EF4-FFF2-40B4-BE49-F238E27FC236}">
                <a16:creationId xmlns:a16="http://schemas.microsoft.com/office/drawing/2014/main" id="{4ECFCCF0-5F8E-9201-B19D-359B11B434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2358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e41b6bb5fe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e41b6bb5fe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BB1CEB3E-6E5D-9BED-CC4A-A7910B743DBC}"/>
            </a:ext>
          </a:extLst>
        </p:cNvPr>
        <p:cNvGrpSpPr/>
        <p:nvPr/>
      </p:nvGrpSpPr>
      <p:grpSpPr>
        <a:xfrm>
          <a:off x="0" y="0"/>
          <a:ext cx="0" cy="0"/>
          <a:chOff x="0" y="0"/>
          <a:chExt cx="0" cy="0"/>
        </a:xfrm>
      </p:grpSpPr>
      <p:sp>
        <p:nvSpPr>
          <p:cNvPr id="146" name="Google Shape;146;g2e41b6bb5fe_0_610:notes">
            <a:extLst>
              <a:ext uri="{FF2B5EF4-FFF2-40B4-BE49-F238E27FC236}">
                <a16:creationId xmlns:a16="http://schemas.microsoft.com/office/drawing/2014/main" id="{50AE0D48-CCCD-4EBB-1082-3665AC63F0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e41b6bb5fe_0_610:notes">
            <a:extLst>
              <a:ext uri="{FF2B5EF4-FFF2-40B4-BE49-F238E27FC236}">
                <a16:creationId xmlns:a16="http://schemas.microsoft.com/office/drawing/2014/main" id="{E7B972E7-E27C-540F-A86D-1D52BD7CAD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70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e419d0e8f5_0_2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2e419d0e8f5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2e41b6bb5fe_0_443"/>
          <p:cNvSpPr/>
          <p:nvPr/>
        </p:nvSpPr>
        <p:spPr>
          <a:xfrm>
            <a:off x="3665400" y="998400"/>
            <a:ext cx="4861200" cy="486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 name="Google Shape;11;g2e41b6bb5fe_0_443"/>
          <p:cNvSpPr/>
          <p:nvPr/>
        </p:nvSpPr>
        <p:spPr>
          <a:xfrm>
            <a:off x="3990600" y="1323600"/>
            <a:ext cx="4210800" cy="4210800"/>
          </a:xfrm>
          <a:prstGeom prst="rect">
            <a:avLst/>
          </a:prstGeom>
          <a:noFill/>
          <a:ln w="28575" cap="flat" cmpd="sng">
            <a:solidFill>
              <a:schemeClr val="lt1"/>
            </a:solidFill>
            <a:prstDash val="solid"/>
            <a:miter lim="8000"/>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 name="Google Shape;12;g2e41b6bb5fe_0_443"/>
          <p:cNvSpPr txBox="1">
            <a:spLocks noGrp="1"/>
          </p:cNvSpPr>
          <p:nvPr>
            <p:ph type="ctrTitle"/>
          </p:nvPr>
        </p:nvSpPr>
        <p:spPr>
          <a:xfrm>
            <a:off x="4128333" y="2169600"/>
            <a:ext cx="3935100" cy="21123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lt1"/>
              </a:buClr>
              <a:buSzPts val="43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43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43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43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43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43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43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43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4300"/>
              <a:buFont typeface="Lato"/>
              <a:buNone/>
              <a:defRPr>
                <a:solidFill>
                  <a:schemeClr val="lt1"/>
                </a:solidFill>
                <a:latin typeface="Lato"/>
                <a:ea typeface="Lato"/>
                <a:cs typeface="Lato"/>
                <a:sym typeface="Lato"/>
              </a:defRPr>
            </a:lvl9pPr>
          </a:lstStyle>
          <a:p>
            <a:endParaRPr/>
          </a:p>
        </p:txBody>
      </p:sp>
      <p:sp>
        <p:nvSpPr>
          <p:cNvPr id="13" name="Google Shape;13;g2e41b6bb5fe_0_443"/>
          <p:cNvSpPr txBox="1">
            <a:spLocks noGrp="1"/>
          </p:cNvSpPr>
          <p:nvPr>
            <p:ph type="subTitle" idx="1"/>
          </p:nvPr>
        </p:nvSpPr>
        <p:spPr>
          <a:xfrm>
            <a:off x="4128483" y="4355907"/>
            <a:ext cx="3935100" cy="935100"/>
          </a:xfrm>
          <a:prstGeom prst="rect">
            <a:avLst/>
          </a:prstGeom>
        </p:spPr>
        <p:txBody>
          <a:bodyPr spcFirstLastPara="1" wrap="square" lIns="121900" tIns="121900" rIns="121900" bIns="121900" anchor="b" anchorCtr="0">
            <a:normAutofit/>
          </a:bodyPr>
          <a:lstStyle>
            <a:lvl1pPr lvl="0" algn="ctr">
              <a:lnSpc>
                <a:spcPct val="100000"/>
              </a:lnSpc>
              <a:spcBef>
                <a:spcPts val="0"/>
              </a:spcBef>
              <a:spcAft>
                <a:spcPts val="0"/>
              </a:spcAft>
              <a:buClr>
                <a:schemeClr val="lt1"/>
              </a:buClr>
              <a:buSzPts val="24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2400"/>
              <a:buFont typeface="Playfair Display"/>
              <a:buNone/>
              <a:defRPr sz="2400" b="1">
                <a:solidFill>
                  <a:schemeClr val="lt1"/>
                </a:solidFill>
                <a:latin typeface="Playfair Display"/>
                <a:ea typeface="Playfair Display"/>
                <a:cs typeface="Playfair Display"/>
                <a:sym typeface="Playfair Display"/>
              </a:defRPr>
            </a:lvl9pPr>
          </a:lstStyle>
          <a:p>
            <a:endParaRPr/>
          </a:p>
        </p:txBody>
      </p:sp>
      <p:sp>
        <p:nvSpPr>
          <p:cNvPr id="14" name="Google Shape;14;g2e41b6bb5fe_0_443"/>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g2e41b6bb5fe_0_449"/>
          <p:cNvSpPr txBox="1">
            <a:spLocks noGrp="1"/>
          </p:cNvSpPr>
          <p:nvPr>
            <p:ph type="title"/>
          </p:nvPr>
        </p:nvSpPr>
        <p:spPr>
          <a:xfrm>
            <a:off x="679400" y="1898500"/>
            <a:ext cx="10833300" cy="23976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1pPr>
            <a:lvl2pPr lvl="1"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2pPr>
            <a:lvl3pPr lvl="2"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3pPr>
            <a:lvl4pPr lvl="3"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4pPr>
            <a:lvl5pPr lvl="4"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5pPr>
            <a:lvl6pPr lvl="5"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6pPr>
            <a:lvl7pPr lvl="6"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7pPr>
            <a:lvl8pPr lvl="7"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8pPr>
            <a:lvl9pPr lvl="8" algn="ctr">
              <a:spcBef>
                <a:spcPts val="0"/>
              </a:spcBef>
              <a:spcAft>
                <a:spcPts val="0"/>
              </a:spcAft>
              <a:buClr>
                <a:schemeClr val="lt1"/>
              </a:buClr>
              <a:buSzPts val="6400"/>
              <a:buFont typeface="Lato"/>
              <a:buNone/>
              <a:defRPr sz="6400" b="0">
                <a:solidFill>
                  <a:schemeClr val="lt1"/>
                </a:solidFill>
                <a:latin typeface="Lato"/>
                <a:ea typeface="Lato"/>
                <a:cs typeface="Lato"/>
                <a:sym typeface="Lato"/>
              </a:defRPr>
            </a:lvl9pPr>
          </a:lstStyle>
          <a:p>
            <a:endParaRPr/>
          </a:p>
        </p:txBody>
      </p:sp>
      <p:sp>
        <p:nvSpPr>
          <p:cNvPr id="17" name="Google Shape;17;g2e41b6bb5fe_0_449"/>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g2e41b6bb5fe_0_452"/>
          <p:cNvSpPr/>
          <p:nvPr/>
        </p:nvSpPr>
        <p:spPr>
          <a:xfrm>
            <a:off x="0" y="6727600"/>
            <a:ext cx="12192000" cy="1305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 name="Google Shape;20;g2e41b6bb5fe_0_452"/>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a:endParaRPr/>
          </a:p>
        </p:txBody>
      </p:sp>
      <p:sp>
        <p:nvSpPr>
          <p:cNvPr id="21" name="Google Shape;21;g2e41b6bb5fe_0_452"/>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2" name="Google Shape;22;g2e41b6bb5fe_0_45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g2e41b6bb5fe_0_457"/>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a:endParaRPr/>
          </a:p>
        </p:txBody>
      </p:sp>
      <p:sp>
        <p:nvSpPr>
          <p:cNvPr id="25" name="Google Shape;25;g2e41b6bb5fe_0_457"/>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6" name="Google Shape;26;g2e41b6bb5fe_0_457"/>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7" name="Google Shape;27;g2e41b6bb5fe_0_457"/>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g2e41b6bb5fe_0_462"/>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a:endParaRPr/>
          </a:p>
        </p:txBody>
      </p:sp>
      <p:sp>
        <p:nvSpPr>
          <p:cNvPr id="30" name="Google Shape;30;g2e41b6bb5fe_0_46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g2e41b6bb5fe_0_465"/>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3" name="Google Shape;33;g2e41b6bb5fe_0_465"/>
          <p:cNvSpPr txBox="1">
            <a:spLocks noGrp="1"/>
          </p:cNvSpPr>
          <p:nvPr>
            <p:ph type="body" idx="1"/>
          </p:nvPr>
        </p:nvSpPr>
        <p:spPr>
          <a:xfrm>
            <a:off x="415600" y="185517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4" name="Google Shape;34;g2e41b6bb5fe_0_465"/>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35"/>
        <p:cNvGrpSpPr/>
        <p:nvPr/>
      </p:nvGrpSpPr>
      <p:grpSpPr>
        <a:xfrm>
          <a:off x="0" y="0"/>
          <a:ext cx="0" cy="0"/>
          <a:chOff x="0" y="0"/>
          <a:chExt cx="0" cy="0"/>
        </a:xfrm>
      </p:grpSpPr>
      <p:sp>
        <p:nvSpPr>
          <p:cNvPr id="36" name="Google Shape;36;g2e41b6bb5fe_0_469"/>
          <p:cNvSpPr txBox="1">
            <a:spLocks noGrp="1"/>
          </p:cNvSpPr>
          <p:nvPr>
            <p:ph type="title"/>
          </p:nvPr>
        </p:nvSpPr>
        <p:spPr>
          <a:xfrm>
            <a:off x="653667" y="701800"/>
            <a:ext cx="7491600" cy="54543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6400"/>
              <a:buFont typeface="Lato"/>
              <a:buNone/>
              <a:defRPr sz="6400" b="0">
                <a:solidFill>
                  <a:schemeClr val="lt1"/>
                </a:solidFill>
                <a:latin typeface="Lato"/>
                <a:ea typeface="Lato"/>
                <a:cs typeface="Lato"/>
                <a:sym typeface="Lato"/>
              </a:defRPr>
            </a:lvl1pPr>
            <a:lvl2pPr lvl="1">
              <a:spcBef>
                <a:spcPts val="0"/>
              </a:spcBef>
              <a:spcAft>
                <a:spcPts val="0"/>
              </a:spcAft>
              <a:buClr>
                <a:schemeClr val="lt1"/>
              </a:buClr>
              <a:buSzPts val="6400"/>
              <a:buFont typeface="Lato"/>
              <a:buNone/>
              <a:defRPr sz="6400" b="0">
                <a:solidFill>
                  <a:schemeClr val="lt1"/>
                </a:solidFill>
                <a:latin typeface="Lato"/>
                <a:ea typeface="Lato"/>
                <a:cs typeface="Lato"/>
                <a:sym typeface="Lato"/>
              </a:defRPr>
            </a:lvl2pPr>
            <a:lvl3pPr lvl="2">
              <a:spcBef>
                <a:spcPts val="0"/>
              </a:spcBef>
              <a:spcAft>
                <a:spcPts val="0"/>
              </a:spcAft>
              <a:buClr>
                <a:schemeClr val="lt1"/>
              </a:buClr>
              <a:buSzPts val="6400"/>
              <a:buFont typeface="Lato"/>
              <a:buNone/>
              <a:defRPr sz="6400" b="0">
                <a:solidFill>
                  <a:schemeClr val="lt1"/>
                </a:solidFill>
                <a:latin typeface="Lato"/>
                <a:ea typeface="Lato"/>
                <a:cs typeface="Lato"/>
                <a:sym typeface="Lato"/>
              </a:defRPr>
            </a:lvl3pPr>
            <a:lvl4pPr lvl="3">
              <a:spcBef>
                <a:spcPts val="0"/>
              </a:spcBef>
              <a:spcAft>
                <a:spcPts val="0"/>
              </a:spcAft>
              <a:buClr>
                <a:schemeClr val="lt1"/>
              </a:buClr>
              <a:buSzPts val="6400"/>
              <a:buFont typeface="Lato"/>
              <a:buNone/>
              <a:defRPr sz="6400" b="0">
                <a:solidFill>
                  <a:schemeClr val="lt1"/>
                </a:solidFill>
                <a:latin typeface="Lato"/>
                <a:ea typeface="Lato"/>
                <a:cs typeface="Lato"/>
                <a:sym typeface="Lato"/>
              </a:defRPr>
            </a:lvl4pPr>
            <a:lvl5pPr lvl="4">
              <a:spcBef>
                <a:spcPts val="0"/>
              </a:spcBef>
              <a:spcAft>
                <a:spcPts val="0"/>
              </a:spcAft>
              <a:buClr>
                <a:schemeClr val="lt1"/>
              </a:buClr>
              <a:buSzPts val="6400"/>
              <a:buFont typeface="Lato"/>
              <a:buNone/>
              <a:defRPr sz="6400" b="0">
                <a:solidFill>
                  <a:schemeClr val="lt1"/>
                </a:solidFill>
                <a:latin typeface="Lato"/>
                <a:ea typeface="Lato"/>
                <a:cs typeface="Lato"/>
                <a:sym typeface="Lato"/>
              </a:defRPr>
            </a:lvl5pPr>
            <a:lvl6pPr lvl="5">
              <a:spcBef>
                <a:spcPts val="0"/>
              </a:spcBef>
              <a:spcAft>
                <a:spcPts val="0"/>
              </a:spcAft>
              <a:buClr>
                <a:schemeClr val="lt1"/>
              </a:buClr>
              <a:buSzPts val="6400"/>
              <a:buFont typeface="Lato"/>
              <a:buNone/>
              <a:defRPr sz="6400" b="0">
                <a:solidFill>
                  <a:schemeClr val="lt1"/>
                </a:solidFill>
                <a:latin typeface="Lato"/>
                <a:ea typeface="Lato"/>
                <a:cs typeface="Lato"/>
                <a:sym typeface="Lato"/>
              </a:defRPr>
            </a:lvl6pPr>
            <a:lvl7pPr lvl="6">
              <a:spcBef>
                <a:spcPts val="0"/>
              </a:spcBef>
              <a:spcAft>
                <a:spcPts val="0"/>
              </a:spcAft>
              <a:buClr>
                <a:schemeClr val="lt1"/>
              </a:buClr>
              <a:buSzPts val="6400"/>
              <a:buFont typeface="Lato"/>
              <a:buNone/>
              <a:defRPr sz="6400" b="0">
                <a:solidFill>
                  <a:schemeClr val="lt1"/>
                </a:solidFill>
                <a:latin typeface="Lato"/>
                <a:ea typeface="Lato"/>
                <a:cs typeface="Lato"/>
                <a:sym typeface="Lato"/>
              </a:defRPr>
            </a:lvl7pPr>
            <a:lvl8pPr lvl="7">
              <a:spcBef>
                <a:spcPts val="0"/>
              </a:spcBef>
              <a:spcAft>
                <a:spcPts val="0"/>
              </a:spcAft>
              <a:buClr>
                <a:schemeClr val="lt1"/>
              </a:buClr>
              <a:buSzPts val="6400"/>
              <a:buFont typeface="Lato"/>
              <a:buNone/>
              <a:defRPr sz="6400" b="0">
                <a:solidFill>
                  <a:schemeClr val="lt1"/>
                </a:solidFill>
                <a:latin typeface="Lato"/>
                <a:ea typeface="Lato"/>
                <a:cs typeface="Lato"/>
                <a:sym typeface="Lato"/>
              </a:defRPr>
            </a:lvl8pPr>
            <a:lvl9pPr lvl="8">
              <a:spcBef>
                <a:spcPts val="0"/>
              </a:spcBef>
              <a:spcAft>
                <a:spcPts val="0"/>
              </a:spcAft>
              <a:buClr>
                <a:schemeClr val="lt1"/>
              </a:buClr>
              <a:buSzPts val="6400"/>
              <a:buFont typeface="Lato"/>
              <a:buNone/>
              <a:defRPr sz="6400" b="0">
                <a:solidFill>
                  <a:schemeClr val="lt1"/>
                </a:solidFill>
                <a:latin typeface="Lato"/>
                <a:ea typeface="Lato"/>
                <a:cs typeface="Lato"/>
                <a:sym typeface="Lato"/>
              </a:defRPr>
            </a:lvl9pPr>
          </a:lstStyle>
          <a:p>
            <a:endParaRPr/>
          </a:p>
        </p:txBody>
      </p:sp>
      <p:sp>
        <p:nvSpPr>
          <p:cNvPr id="37" name="Google Shape;37;g2e41b6bb5fe_0_469"/>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g2e41b6bb5fe_0_472"/>
          <p:cNvSpPr/>
          <p:nvPr/>
        </p:nvSpPr>
        <p:spPr>
          <a:xfrm>
            <a:off x="6096000" y="-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40" name="Google Shape;40;g2e41b6bb5fe_0_472"/>
          <p:cNvCxnSpPr/>
          <p:nvPr/>
        </p:nvCxnSpPr>
        <p:spPr>
          <a:xfrm>
            <a:off x="6706233" y="5994000"/>
            <a:ext cx="624300" cy="0"/>
          </a:xfrm>
          <a:prstGeom prst="straightConnector1">
            <a:avLst/>
          </a:prstGeom>
          <a:noFill/>
          <a:ln w="19050" cap="flat" cmpd="sng">
            <a:solidFill>
              <a:schemeClr val="lt1"/>
            </a:solidFill>
            <a:prstDash val="solid"/>
            <a:round/>
            <a:headEnd type="none" w="sm" len="sm"/>
            <a:tailEnd type="none" w="sm" len="sm"/>
          </a:ln>
        </p:spPr>
      </p:cxnSp>
      <p:sp>
        <p:nvSpPr>
          <p:cNvPr id="41" name="Google Shape;41;g2e41b6bb5fe_0_472"/>
          <p:cNvSpPr txBox="1">
            <a:spLocks noGrp="1"/>
          </p:cNvSpPr>
          <p:nvPr>
            <p:ph type="title"/>
          </p:nvPr>
        </p:nvSpPr>
        <p:spPr>
          <a:xfrm>
            <a:off x="354000" y="1477267"/>
            <a:ext cx="5393700" cy="2244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2" name="Google Shape;42;g2e41b6bb5fe_0_472"/>
          <p:cNvSpPr txBox="1">
            <a:spLocks noGrp="1"/>
          </p:cNvSpPr>
          <p:nvPr>
            <p:ph type="subTitle" idx="1"/>
          </p:nvPr>
        </p:nvSpPr>
        <p:spPr>
          <a:xfrm>
            <a:off x="354000" y="3793601"/>
            <a:ext cx="5393700" cy="1794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3" name="Google Shape;43;g2e41b6bb5fe_0_472"/>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0"/>
              </a:spcBef>
              <a:spcAft>
                <a:spcPts val="0"/>
              </a:spcAft>
              <a:buClr>
                <a:schemeClr val="lt1"/>
              </a:buClr>
              <a:buSzPts val="1900"/>
              <a:buChar char="○"/>
              <a:defRPr>
                <a:solidFill>
                  <a:schemeClr val="lt1"/>
                </a:solidFill>
              </a:defRPr>
            </a:lvl2pPr>
            <a:lvl3pPr marL="1371600" lvl="2" indent="-349250">
              <a:spcBef>
                <a:spcPts val="0"/>
              </a:spcBef>
              <a:spcAft>
                <a:spcPts val="0"/>
              </a:spcAft>
              <a:buClr>
                <a:schemeClr val="lt1"/>
              </a:buClr>
              <a:buSzPts val="1900"/>
              <a:buChar char="■"/>
              <a:defRPr>
                <a:solidFill>
                  <a:schemeClr val="lt1"/>
                </a:solidFill>
              </a:defRPr>
            </a:lvl3pPr>
            <a:lvl4pPr marL="1828800" lvl="3" indent="-349250">
              <a:spcBef>
                <a:spcPts val="0"/>
              </a:spcBef>
              <a:spcAft>
                <a:spcPts val="0"/>
              </a:spcAft>
              <a:buClr>
                <a:schemeClr val="lt1"/>
              </a:buClr>
              <a:buSzPts val="1900"/>
              <a:buChar char="●"/>
              <a:defRPr>
                <a:solidFill>
                  <a:schemeClr val="lt1"/>
                </a:solidFill>
              </a:defRPr>
            </a:lvl4pPr>
            <a:lvl5pPr marL="2286000" lvl="4" indent="-349250">
              <a:spcBef>
                <a:spcPts val="0"/>
              </a:spcBef>
              <a:spcAft>
                <a:spcPts val="0"/>
              </a:spcAft>
              <a:buClr>
                <a:schemeClr val="lt1"/>
              </a:buClr>
              <a:buSzPts val="1900"/>
              <a:buChar char="○"/>
              <a:defRPr>
                <a:solidFill>
                  <a:schemeClr val="lt1"/>
                </a:solidFill>
              </a:defRPr>
            </a:lvl5pPr>
            <a:lvl6pPr marL="2743200" lvl="5" indent="-349250">
              <a:spcBef>
                <a:spcPts val="0"/>
              </a:spcBef>
              <a:spcAft>
                <a:spcPts val="0"/>
              </a:spcAft>
              <a:buClr>
                <a:schemeClr val="lt1"/>
              </a:buClr>
              <a:buSzPts val="1900"/>
              <a:buChar char="■"/>
              <a:defRPr>
                <a:solidFill>
                  <a:schemeClr val="lt1"/>
                </a:solidFill>
              </a:defRPr>
            </a:lvl6pPr>
            <a:lvl7pPr marL="3200400" lvl="6" indent="-349250">
              <a:spcBef>
                <a:spcPts val="0"/>
              </a:spcBef>
              <a:spcAft>
                <a:spcPts val="0"/>
              </a:spcAft>
              <a:buClr>
                <a:schemeClr val="lt1"/>
              </a:buClr>
              <a:buSzPts val="1900"/>
              <a:buChar char="●"/>
              <a:defRPr>
                <a:solidFill>
                  <a:schemeClr val="lt1"/>
                </a:solidFill>
              </a:defRPr>
            </a:lvl7pPr>
            <a:lvl8pPr marL="3657600" lvl="7" indent="-349250">
              <a:spcBef>
                <a:spcPts val="0"/>
              </a:spcBef>
              <a:spcAft>
                <a:spcPts val="0"/>
              </a:spcAft>
              <a:buClr>
                <a:schemeClr val="lt1"/>
              </a:buClr>
              <a:buSzPts val="1900"/>
              <a:buChar char="○"/>
              <a:defRPr>
                <a:solidFill>
                  <a:schemeClr val="lt1"/>
                </a:solidFill>
              </a:defRPr>
            </a:lvl8pPr>
            <a:lvl9pPr marL="4114800" lvl="8" indent="-349250">
              <a:spcBef>
                <a:spcPts val="0"/>
              </a:spcBef>
              <a:spcAft>
                <a:spcPts val="0"/>
              </a:spcAft>
              <a:buClr>
                <a:schemeClr val="lt1"/>
              </a:buClr>
              <a:buSzPts val="1900"/>
              <a:buChar char="■"/>
              <a:defRPr>
                <a:solidFill>
                  <a:schemeClr val="lt1"/>
                </a:solidFill>
              </a:defRPr>
            </a:lvl9pPr>
          </a:lstStyle>
          <a:p>
            <a:endParaRPr/>
          </a:p>
        </p:txBody>
      </p:sp>
      <p:sp>
        <p:nvSpPr>
          <p:cNvPr id="44" name="Google Shape;44;g2e41b6bb5fe_0_47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g2e41b6bb5fe_0_479"/>
          <p:cNvSpPr txBox="1">
            <a:spLocks noGrp="1"/>
          </p:cNvSpPr>
          <p:nvPr>
            <p:ph type="body" idx="1"/>
          </p:nvPr>
        </p:nvSpPr>
        <p:spPr>
          <a:xfrm>
            <a:off x="426000" y="5640767"/>
            <a:ext cx="7998300" cy="7983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7" name="Google Shape;47;g2e41b6bb5fe_0_479"/>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g2e41b6bb5fe_0_482"/>
          <p:cNvSpPr/>
          <p:nvPr/>
        </p:nvSpPr>
        <p:spPr>
          <a:xfrm>
            <a:off x="0" y="6727600"/>
            <a:ext cx="12192000" cy="1305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0" name="Google Shape;50;g2e41b6bb5fe_0_482"/>
          <p:cNvSpPr txBox="1">
            <a:spLocks noGrp="1"/>
          </p:cNvSpPr>
          <p:nvPr>
            <p:ph type="title" hasCustomPrompt="1"/>
          </p:nvPr>
        </p:nvSpPr>
        <p:spPr>
          <a:xfrm>
            <a:off x="415600" y="1644133"/>
            <a:ext cx="11360700" cy="21468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3300"/>
              <a:buFont typeface="Lato"/>
              <a:buNone/>
              <a:defRPr sz="13300">
                <a:latin typeface="Lato"/>
                <a:ea typeface="Lato"/>
                <a:cs typeface="Lato"/>
                <a:sym typeface="Lato"/>
              </a:defRPr>
            </a:lvl1pPr>
            <a:lvl2pPr lvl="1" algn="ctr">
              <a:spcBef>
                <a:spcPts val="0"/>
              </a:spcBef>
              <a:spcAft>
                <a:spcPts val="0"/>
              </a:spcAft>
              <a:buSzPts val="13300"/>
              <a:buFont typeface="Lato"/>
              <a:buNone/>
              <a:defRPr sz="13300">
                <a:latin typeface="Lato"/>
                <a:ea typeface="Lato"/>
                <a:cs typeface="Lato"/>
                <a:sym typeface="Lato"/>
              </a:defRPr>
            </a:lvl2pPr>
            <a:lvl3pPr lvl="2" algn="ctr">
              <a:spcBef>
                <a:spcPts val="0"/>
              </a:spcBef>
              <a:spcAft>
                <a:spcPts val="0"/>
              </a:spcAft>
              <a:buSzPts val="13300"/>
              <a:buFont typeface="Lato"/>
              <a:buNone/>
              <a:defRPr sz="13300">
                <a:latin typeface="Lato"/>
                <a:ea typeface="Lato"/>
                <a:cs typeface="Lato"/>
                <a:sym typeface="Lato"/>
              </a:defRPr>
            </a:lvl3pPr>
            <a:lvl4pPr lvl="3" algn="ctr">
              <a:spcBef>
                <a:spcPts val="0"/>
              </a:spcBef>
              <a:spcAft>
                <a:spcPts val="0"/>
              </a:spcAft>
              <a:buSzPts val="13300"/>
              <a:buFont typeface="Lato"/>
              <a:buNone/>
              <a:defRPr sz="13300">
                <a:latin typeface="Lato"/>
                <a:ea typeface="Lato"/>
                <a:cs typeface="Lato"/>
                <a:sym typeface="Lato"/>
              </a:defRPr>
            </a:lvl4pPr>
            <a:lvl5pPr lvl="4" algn="ctr">
              <a:spcBef>
                <a:spcPts val="0"/>
              </a:spcBef>
              <a:spcAft>
                <a:spcPts val="0"/>
              </a:spcAft>
              <a:buSzPts val="13300"/>
              <a:buFont typeface="Lato"/>
              <a:buNone/>
              <a:defRPr sz="13300">
                <a:latin typeface="Lato"/>
                <a:ea typeface="Lato"/>
                <a:cs typeface="Lato"/>
                <a:sym typeface="Lato"/>
              </a:defRPr>
            </a:lvl5pPr>
            <a:lvl6pPr lvl="5" algn="ctr">
              <a:spcBef>
                <a:spcPts val="0"/>
              </a:spcBef>
              <a:spcAft>
                <a:spcPts val="0"/>
              </a:spcAft>
              <a:buSzPts val="13300"/>
              <a:buFont typeface="Lato"/>
              <a:buNone/>
              <a:defRPr sz="13300">
                <a:latin typeface="Lato"/>
                <a:ea typeface="Lato"/>
                <a:cs typeface="Lato"/>
                <a:sym typeface="Lato"/>
              </a:defRPr>
            </a:lvl6pPr>
            <a:lvl7pPr lvl="6" algn="ctr">
              <a:spcBef>
                <a:spcPts val="0"/>
              </a:spcBef>
              <a:spcAft>
                <a:spcPts val="0"/>
              </a:spcAft>
              <a:buSzPts val="13300"/>
              <a:buFont typeface="Lato"/>
              <a:buNone/>
              <a:defRPr sz="13300">
                <a:latin typeface="Lato"/>
                <a:ea typeface="Lato"/>
                <a:cs typeface="Lato"/>
                <a:sym typeface="Lato"/>
              </a:defRPr>
            </a:lvl7pPr>
            <a:lvl8pPr lvl="7" algn="ctr">
              <a:spcBef>
                <a:spcPts val="0"/>
              </a:spcBef>
              <a:spcAft>
                <a:spcPts val="0"/>
              </a:spcAft>
              <a:buSzPts val="13300"/>
              <a:buFont typeface="Lato"/>
              <a:buNone/>
              <a:defRPr sz="13300">
                <a:latin typeface="Lato"/>
                <a:ea typeface="Lato"/>
                <a:cs typeface="Lato"/>
                <a:sym typeface="Lato"/>
              </a:defRPr>
            </a:lvl8pPr>
            <a:lvl9pPr lvl="8" algn="ctr">
              <a:spcBef>
                <a:spcPts val="0"/>
              </a:spcBef>
              <a:spcAft>
                <a:spcPts val="0"/>
              </a:spcAft>
              <a:buSzPts val="13300"/>
              <a:buFont typeface="Lato"/>
              <a:buNone/>
              <a:defRPr sz="13300">
                <a:latin typeface="Lato"/>
                <a:ea typeface="Lato"/>
                <a:cs typeface="Lato"/>
                <a:sym typeface="Lato"/>
              </a:defRPr>
            </a:lvl9pPr>
          </a:lstStyle>
          <a:p>
            <a:r>
              <a:t>xx%</a:t>
            </a:r>
          </a:p>
        </p:txBody>
      </p:sp>
      <p:sp>
        <p:nvSpPr>
          <p:cNvPr id="51" name="Google Shape;51;g2e41b6bb5fe_0_482"/>
          <p:cNvSpPr txBox="1">
            <a:spLocks noGrp="1"/>
          </p:cNvSpPr>
          <p:nvPr>
            <p:ph type="body" idx="1"/>
          </p:nvPr>
        </p:nvSpPr>
        <p:spPr>
          <a:xfrm>
            <a:off x="415600" y="3892600"/>
            <a:ext cx="11360700" cy="14289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2" name="Google Shape;52;g2e41b6bb5fe_0_48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g2e41b6bb5fe_0_487"/>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oral">
    <p:bg>
      <p:bgPr>
        <a:solidFill>
          <a:schemeClr val="lt1"/>
        </a:solidFill>
        <a:effectLst/>
      </p:bgPr>
    </p:bg>
    <p:spTree>
      <p:nvGrpSpPr>
        <p:cNvPr id="1" name="Shape 5"/>
        <p:cNvGrpSpPr/>
        <p:nvPr/>
      </p:nvGrpSpPr>
      <p:grpSpPr>
        <a:xfrm>
          <a:off x="0" y="0"/>
          <a:ext cx="0" cy="0"/>
          <a:chOff x="0" y="0"/>
          <a:chExt cx="0" cy="0"/>
        </a:xfrm>
      </p:grpSpPr>
      <p:sp>
        <p:nvSpPr>
          <p:cNvPr id="6" name="Google Shape;6;g2e41b6bb5fe_0_439"/>
          <p:cNvSpPr txBox="1">
            <a:spLocks noGrp="1"/>
          </p:cNvSpPr>
          <p:nvPr>
            <p:ph type="title"/>
          </p:nvPr>
        </p:nvSpPr>
        <p:spPr>
          <a:xfrm>
            <a:off x="415600" y="521800"/>
            <a:ext cx="11360700" cy="8349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4300"/>
              <a:buFont typeface="Playfair Display"/>
              <a:buNone/>
              <a:defRPr sz="4300" b="1">
                <a:solidFill>
                  <a:schemeClr val="dk1"/>
                </a:solidFill>
                <a:latin typeface="Playfair Display"/>
                <a:ea typeface="Playfair Display"/>
                <a:cs typeface="Playfair Display"/>
                <a:sym typeface="Playfair Display"/>
              </a:defRPr>
            </a:lvl9pPr>
          </a:lstStyle>
          <a:p>
            <a:endParaRPr/>
          </a:p>
        </p:txBody>
      </p:sp>
      <p:sp>
        <p:nvSpPr>
          <p:cNvPr id="7" name="Google Shape;7;g2e41b6bb5fe_0_43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Font typeface="Lato"/>
              <a:buChar char="●"/>
              <a:defRPr sz="2400">
                <a:solidFill>
                  <a:schemeClr val="dk2"/>
                </a:solidFill>
                <a:latin typeface="Lato"/>
                <a:ea typeface="Lato"/>
                <a:cs typeface="Lato"/>
                <a:sym typeface="Lato"/>
              </a:defRPr>
            </a:lvl1pPr>
            <a:lvl2pPr marL="914400" lvl="1"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2pPr>
            <a:lvl3pPr marL="1371600" lvl="2"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3pPr>
            <a:lvl4pPr marL="1828800" lvl="3"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4pPr>
            <a:lvl5pPr marL="2286000" lvl="4"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5pPr>
            <a:lvl6pPr marL="2743200" lvl="5"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6pPr>
            <a:lvl7pPr marL="3200400" lvl="6"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7pPr>
            <a:lvl8pPr marL="3657600" lvl="7"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8pPr>
            <a:lvl9pPr marL="4114800" lvl="8" indent="-349250">
              <a:lnSpc>
                <a:spcPct val="115000"/>
              </a:lnSpc>
              <a:spcBef>
                <a:spcPts val="0"/>
              </a:spcBef>
              <a:spcAft>
                <a:spcPts val="0"/>
              </a:spcAft>
              <a:buClr>
                <a:schemeClr val="dk2"/>
              </a:buClr>
              <a:buSzPts val="1900"/>
              <a:buFont typeface="Lato"/>
              <a:buChar char="■"/>
              <a:defRPr sz="1900">
                <a:solidFill>
                  <a:schemeClr val="dk2"/>
                </a:solidFill>
                <a:latin typeface="Lato"/>
                <a:ea typeface="Lato"/>
                <a:cs typeface="Lato"/>
                <a:sym typeface="Lato"/>
              </a:defRPr>
            </a:lvl9pPr>
          </a:lstStyle>
          <a:p>
            <a:endParaRPr/>
          </a:p>
        </p:txBody>
      </p:sp>
      <p:sp>
        <p:nvSpPr>
          <p:cNvPr id="8" name="Google Shape;8;g2e41b6bb5fe_0_439"/>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Lato"/>
                <a:ea typeface="Lato"/>
                <a:cs typeface="Lato"/>
                <a:sym typeface="Lato"/>
              </a:defRPr>
            </a:lvl1pPr>
            <a:lvl2pPr lvl="1" algn="r">
              <a:buNone/>
              <a:defRPr sz="1300">
                <a:solidFill>
                  <a:schemeClr val="dk2"/>
                </a:solidFill>
                <a:latin typeface="Lato"/>
                <a:ea typeface="Lato"/>
                <a:cs typeface="Lato"/>
                <a:sym typeface="Lato"/>
              </a:defRPr>
            </a:lvl2pPr>
            <a:lvl3pPr lvl="2" algn="r">
              <a:buNone/>
              <a:defRPr sz="1300">
                <a:solidFill>
                  <a:schemeClr val="dk2"/>
                </a:solidFill>
                <a:latin typeface="Lato"/>
                <a:ea typeface="Lato"/>
                <a:cs typeface="Lato"/>
                <a:sym typeface="Lato"/>
              </a:defRPr>
            </a:lvl3pPr>
            <a:lvl4pPr lvl="3" algn="r">
              <a:buNone/>
              <a:defRPr sz="1300">
                <a:solidFill>
                  <a:schemeClr val="dk2"/>
                </a:solidFill>
                <a:latin typeface="Lato"/>
                <a:ea typeface="Lato"/>
                <a:cs typeface="Lato"/>
                <a:sym typeface="Lato"/>
              </a:defRPr>
            </a:lvl4pPr>
            <a:lvl5pPr lvl="4" algn="r">
              <a:buNone/>
              <a:defRPr sz="1300">
                <a:solidFill>
                  <a:schemeClr val="dk2"/>
                </a:solidFill>
                <a:latin typeface="Lato"/>
                <a:ea typeface="Lato"/>
                <a:cs typeface="Lato"/>
                <a:sym typeface="Lato"/>
              </a:defRPr>
            </a:lvl5pPr>
            <a:lvl6pPr lvl="5" algn="r">
              <a:buNone/>
              <a:defRPr sz="1300">
                <a:solidFill>
                  <a:schemeClr val="dk2"/>
                </a:solidFill>
                <a:latin typeface="Lato"/>
                <a:ea typeface="Lato"/>
                <a:cs typeface="Lato"/>
                <a:sym typeface="Lato"/>
              </a:defRPr>
            </a:lvl6pPr>
            <a:lvl7pPr lvl="6" algn="r">
              <a:buNone/>
              <a:defRPr sz="1300">
                <a:solidFill>
                  <a:schemeClr val="dk2"/>
                </a:solidFill>
                <a:latin typeface="Lato"/>
                <a:ea typeface="Lato"/>
                <a:cs typeface="Lato"/>
                <a:sym typeface="Lato"/>
              </a:defRPr>
            </a:lvl7pPr>
            <a:lvl8pPr lvl="7" algn="r">
              <a:buNone/>
              <a:defRPr sz="1300">
                <a:solidFill>
                  <a:schemeClr val="dk2"/>
                </a:solidFill>
                <a:latin typeface="Lato"/>
                <a:ea typeface="Lato"/>
                <a:cs typeface="Lato"/>
                <a:sym typeface="Lato"/>
              </a:defRPr>
            </a:lvl8pPr>
            <a:lvl9pPr lvl="8" algn="r">
              <a:buNone/>
              <a:defRPr sz="13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CO"/>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
          <p:cNvSpPr txBox="1">
            <a:spLocks noGrp="1"/>
          </p:cNvSpPr>
          <p:nvPr>
            <p:ph type="ctrTitle"/>
          </p:nvPr>
        </p:nvSpPr>
        <p:spPr>
          <a:xfrm>
            <a:off x="4128333" y="2169600"/>
            <a:ext cx="3935100" cy="21123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6000"/>
              <a:buFont typeface="Play"/>
              <a:buNone/>
            </a:pPr>
            <a:br>
              <a:rPr lang="es-CO" dirty="0"/>
            </a:br>
            <a:r>
              <a:rPr lang="es-CO" dirty="0"/>
              <a:t>Fundamentos de POO</a:t>
            </a:r>
            <a:br>
              <a:rPr lang="es-CO" dirty="0"/>
            </a:br>
            <a:br>
              <a:rPr lang="es-CO" dirty="0"/>
            </a:br>
            <a:r>
              <a:rPr lang="es-CO" dirty="0"/>
              <a:t>SOLID</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g2e41b6bb5fe_0_489"/>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Clases y Objetos</a:t>
            </a:r>
            <a:endParaRPr/>
          </a:p>
        </p:txBody>
      </p:sp>
      <p:pic>
        <p:nvPicPr>
          <p:cNvPr id="66" name="Google Shape;66;g2e41b6bb5fe_0_489"/>
          <p:cNvPicPr preferRelativeResize="0"/>
          <p:nvPr/>
        </p:nvPicPr>
        <p:blipFill>
          <a:blip r:embed="rId3">
            <a:alphaModFix/>
          </a:blip>
          <a:stretch>
            <a:fillRect/>
          </a:stretch>
        </p:blipFill>
        <p:spPr>
          <a:xfrm>
            <a:off x="622852" y="1681379"/>
            <a:ext cx="6195391" cy="4401370"/>
          </a:xfrm>
          <a:prstGeom prst="rect">
            <a:avLst/>
          </a:prstGeom>
          <a:noFill/>
          <a:ln>
            <a:noFill/>
          </a:ln>
        </p:spPr>
      </p:pic>
      <p:pic>
        <p:nvPicPr>
          <p:cNvPr id="67" name="Google Shape;67;g2e41b6bb5fe_0_489"/>
          <p:cNvPicPr preferRelativeResize="0"/>
          <p:nvPr/>
        </p:nvPicPr>
        <p:blipFill>
          <a:blip r:embed="rId4">
            <a:alphaModFix/>
          </a:blip>
          <a:stretch>
            <a:fillRect/>
          </a:stretch>
        </p:blipFill>
        <p:spPr>
          <a:xfrm>
            <a:off x="7364382" y="2212185"/>
            <a:ext cx="4411918" cy="33397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g2e41b6bb5fe_0_496"/>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Pilares de POO</a:t>
            </a:r>
            <a:endParaRPr/>
          </a:p>
        </p:txBody>
      </p:sp>
      <p:pic>
        <p:nvPicPr>
          <p:cNvPr id="73" name="Google Shape;73;g2e41b6bb5fe_0_496"/>
          <p:cNvPicPr preferRelativeResize="0"/>
          <p:nvPr/>
        </p:nvPicPr>
        <p:blipFill>
          <a:blip r:embed="rId3">
            <a:alphaModFix/>
          </a:blip>
          <a:stretch>
            <a:fillRect/>
          </a:stretch>
        </p:blipFill>
        <p:spPr>
          <a:xfrm>
            <a:off x="1917695" y="1644930"/>
            <a:ext cx="8356609" cy="46912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759C2385-EF43-AB8D-F2A6-85235EFBF41B}"/>
            </a:ext>
          </a:extLst>
        </p:cNvPr>
        <p:cNvGrpSpPr/>
        <p:nvPr/>
      </p:nvGrpSpPr>
      <p:grpSpPr>
        <a:xfrm>
          <a:off x="0" y="0"/>
          <a:ext cx="0" cy="0"/>
          <a:chOff x="0" y="0"/>
          <a:chExt cx="0" cy="0"/>
        </a:xfrm>
      </p:grpSpPr>
      <p:sp>
        <p:nvSpPr>
          <p:cNvPr id="72" name="Google Shape;72;g2e41b6bb5fe_0_496">
            <a:extLst>
              <a:ext uri="{FF2B5EF4-FFF2-40B4-BE49-F238E27FC236}">
                <a16:creationId xmlns:a16="http://schemas.microsoft.com/office/drawing/2014/main" id="{34E297FB-68AE-6DC9-BD35-D74E87071E71}"/>
              </a:ext>
            </a:extLst>
          </p:cNvPr>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dirty="0"/>
              <a:t>Abstracción</a:t>
            </a:r>
            <a:endParaRPr dirty="0"/>
          </a:p>
        </p:txBody>
      </p:sp>
      <p:pic>
        <p:nvPicPr>
          <p:cNvPr id="3" name="Picture 2">
            <a:extLst>
              <a:ext uri="{FF2B5EF4-FFF2-40B4-BE49-F238E27FC236}">
                <a16:creationId xmlns:a16="http://schemas.microsoft.com/office/drawing/2014/main" id="{BB456EFE-3676-EC5B-14CC-86AA86E9446C}"/>
              </a:ext>
            </a:extLst>
          </p:cNvPr>
          <p:cNvPicPr>
            <a:picLocks noChangeAspect="1"/>
          </p:cNvPicPr>
          <p:nvPr/>
        </p:nvPicPr>
        <p:blipFill>
          <a:blip r:embed="rId3"/>
          <a:stretch>
            <a:fillRect/>
          </a:stretch>
        </p:blipFill>
        <p:spPr>
          <a:xfrm>
            <a:off x="3523717" y="1205948"/>
            <a:ext cx="5144465" cy="5314122"/>
          </a:xfrm>
          <a:prstGeom prst="rect">
            <a:avLst/>
          </a:prstGeom>
        </p:spPr>
      </p:pic>
    </p:spTree>
    <p:extLst>
      <p:ext uri="{BB962C8B-B14F-4D97-AF65-F5344CB8AC3E}">
        <p14:creationId xmlns:p14="http://schemas.microsoft.com/office/powerpoint/2010/main" val="322014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C9F06C02-29E6-F1BE-DC3E-3AAE64773AAF}"/>
            </a:ext>
          </a:extLst>
        </p:cNvPr>
        <p:cNvGrpSpPr/>
        <p:nvPr/>
      </p:nvGrpSpPr>
      <p:grpSpPr>
        <a:xfrm>
          <a:off x="0" y="0"/>
          <a:ext cx="0" cy="0"/>
          <a:chOff x="0" y="0"/>
          <a:chExt cx="0" cy="0"/>
        </a:xfrm>
      </p:grpSpPr>
      <p:sp>
        <p:nvSpPr>
          <p:cNvPr id="72" name="Google Shape;72;g2e41b6bb5fe_0_496">
            <a:extLst>
              <a:ext uri="{FF2B5EF4-FFF2-40B4-BE49-F238E27FC236}">
                <a16:creationId xmlns:a16="http://schemas.microsoft.com/office/drawing/2014/main" id="{46BBCC0D-F8A3-ED12-C677-8DE3F02682CA}"/>
              </a:ext>
            </a:extLst>
          </p:cNvPr>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dirty="0"/>
              <a:t>Encapsulación</a:t>
            </a:r>
            <a:endParaRPr dirty="0"/>
          </a:p>
        </p:txBody>
      </p:sp>
      <p:pic>
        <p:nvPicPr>
          <p:cNvPr id="4" name="Picture 3">
            <a:extLst>
              <a:ext uri="{FF2B5EF4-FFF2-40B4-BE49-F238E27FC236}">
                <a16:creationId xmlns:a16="http://schemas.microsoft.com/office/drawing/2014/main" id="{CCB01688-DA07-1A69-476B-9FB640F6E3C0}"/>
              </a:ext>
            </a:extLst>
          </p:cNvPr>
          <p:cNvPicPr>
            <a:picLocks noChangeAspect="1"/>
          </p:cNvPicPr>
          <p:nvPr/>
        </p:nvPicPr>
        <p:blipFill>
          <a:blip r:embed="rId3"/>
          <a:stretch>
            <a:fillRect/>
          </a:stretch>
        </p:blipFill>
        <p:spPr>
          <a:xfrm>
            <a:off x="2514239" y="1667879"/>
            <a:ext cx="7163421" cy="1653683"/>
          </a:xfrm>
          <a:prstGeom prst="rect">
            <a:avLst/>
          </a:prstGeom>
        </p:spPr>
      </p:pic>
      <p:pic>
        <p:nvPicPr>
          <p:cNvPr id="6" name="Picture 5">
            <a:extLst>
              <a:ext uri="{FF2B5EF4-FFF2-40B4-BE49-F238E27FC236}">
                <a16:creationId xmlns:a16="http://schemas.microsoft.com/office/drawing/2014/main" id="{3D31FA41-B342-6538-8F4F-30D37D0E2383}"/>
              </a:ext>
            </a:extLst>
          </p:cNvPr>
          <p:cNvPicPr>
            <a:picLocks noChangeAspect="1"/>
          </p:cNvPicPr>
          <p:nvPr/>
        </p:nvPicPr>
        <p:blipFill>
          <a:blip r:embed="rId4"/>
          <a:stretch>
            <a:fillRect/>
          </a:stretch>
        </p:blipFill>
        <p:spPr>
          <a:xfrm>
            <a:off x="2563773" y="3860275"/>
            <a:ext cx="7064352" cy="1920406"/>
          </a:xfrm>
          <a:prstGeom prst="rect">
            <a:avLst/>
          </a:prstGeom>
        </p:spPr>
      </p:pic>
    </p:spTree>
    <p:extLst>
      <p:ext uri="{BB962C8B-B14F-4D97-AF65-F5344CB8AC3E}">
        <p14:creationId xmlns:p14="http://schemas.microsoft.com/office/powerpoint/2010/main" val="82751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AA279407-31F9-7B57-0241-92E4E6DEA029}"/>
            </a:ext>
          </a:extLst>
        </p:cNvPr>
        <p:cNvGrpSpPr/>
        <p:nvPr/>
      </p:nvGrpSpPr>
      <p:grpSpPr>
        <a:xfrm>
          <a:off x="0" y="0"/>
          <a:ext cx="0" cy="0"/>
          <a:chOff x="0" y="0"/>
          <a:chExt cx="0" cy="0"/>
        </a:xfrm>
      </p:grpSpPr>
      <p:sp>
        <p:nvSpPr>
          <p:cNvPr id="72" name="Google Shape;72;g2e41b6bb5fe_0_496">
            <a:extLst>
              <a:ext uri="{FF2B5EF4-FFF2-40B4-BE49-F238E27FC236}">
                <a16:creationId xmlns:a16="http://schemas.microsoft.com/office/drawing/2014/main" id="{3AC77E1B-B7C6-50EE-EEBB-C018E58CA41E}"/>
              </a:ext>
            </a:extLst>
          </p:cNvPr>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dirty="0"/>
              <a:t>Herencia</a:t>
            </a:r>
            <a:endParaRPr dirty="0"/>
          </a:p>
        </p:txBody>
      </p:sp>
      <p:pic>
        <p:nvPicPr>
          <p:cNvPr id="3" name="Picture 2">
            <a:extLst>
              <a:ext uri="{FF2B5EF4-FFF2-40B4-BE49-F238E27FC236}">
                <a16:creationId xmlns:a16="http://schemas.microsoft.com/office/drawing/2014/main" id="{76E81C63-9433-B76A-CB2C-ABA80367ECBB}"/>
              </a:ext>
            </a:extLst>
          </p:cNvPr>
          <p:cNvPicPr>
            <a:picLocks noChangeAspect="1"/>
          </p:cNvPicPr>
          <p:nvPr/>
        </p:nvPicPr>
        <p:blipFill>
          <a:blip r:embed="rId3"/>
          <a:stretch>
            <a:fillRect/>
          </a:stretch>
        </p:blipFill>
        <p:spPr>
          <a:xfrm>
            <a:off x="2487617" y="2034419"/>
            <a:ext cx="7216765" cy="2789162"/>
          </a:xfrm>
          <a:prstGeom prst="rect">
            <a:avLst/>
          </a:prstGeom>
        </p:spPr>
      </p:pic>
    </p:spTree>
    <p:extLst>
      <p:ext uri="{BB962C8B-B14F-4D97-AF65-F5344CB8AC3E}">
        <p14:creationId xmlns:p14="http://schemas.microsoft.com/office/powerpoint/2010/main" val="2597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2C031893-CCCF-FD43-E7A8-EE61F54311B4}"/>
            </a:ext>
          </a:extLst>
        </p:cNvPr>
        <p:cNvGrpSpPr/>
        <p:nvPr/>
      </p:nvGrpSpPr>
      <p:grpSpPr>
        <a:xfrm>
          <a:off x="0" y="0"/>
          <a:ext cx="0" cy="0"/>
          <a:chOff x="0" y="0"/>
          <a:chExt cx="0" cy="0"/>
        </a:xfrm>
      </p:grpSpPr>
      <p:sp>
        <p:nvSpPr>
          <p:cNvPr id="72" name="Google Shape;72;g2e41b6bb5fe_0_496">
            <a:extLst>
              <a:ext uri="{FF2B5EF4-FFF2-40B4-BE49-F238E27FC236}">
                <a16:creationId xmlns:a16="http://schemas.microsoft.com/office/drawing/2014/main" id="{71470192-3CF9-79C8-FE27-6CBB1354B097}"/>
              </a:ext>
            </a:extLst>
          </p:cNvPr>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dirty="0"/>
              <a:t>Herencia</a:t>
            </a:r>
            <a:endParaRPr dirty="0"/>
          </a:p>
        </p:txBody>
      </p:sp>
      <p:pic>
        <p:nvPicPr>
          <p:cNvPr id="4" name="Picture 3">
            <a:extLst>
              <a:ext uri="{FF2B5EF4-FFF2-40B4-BE49-F238E27FC236}">
                <a16:creationId xmlns:a16="http://schemas.microsoft.com/office/drawing/2014/main" id="{90D3FDDB-34ED-0CE4-FD7E-05B0C025683F}"/>
              </a:ext>
            </a:extLst>
          </p:cNvPr>
          <p:cNvPicPr>
            <a:picLocks noChangeAspect="1"/>
          </p:cNvPicPr>
          <p:nvPr/>
        </p:nvPicPr>
        <p:blipFill>
          <a:blip r:embed="rId3"/>
          <a:stretch>
            <a:fillRect/>
          </a:stretch>
        </p:blipFill>
        <p:spPr>
          <a:xfrm>
            <a:off x="969296" y="1580894"/>
            <a:ext cx="4515116" cy="4834819"/>
          </a:xfrm>
          <a:prstGeom prst="rect">
            <a:avLst/>
          </a:prstGeom>
        </p:spPr>
      </p:pic>
      <p:pic>
        <p:nvPicPr>
          <p:cNvPr id="6" name="Picture 5">
            <a:extLst>
              <a:ext uri="{FF2B5EF4-FFF2-40B4-BE49-F238E27FC236}">
                <a16:creationId xmlns:a16="http://schemas.microsoft.com/office/drawing/2014/main" id="{AE2BDBCA-9F26-7477-BA35-21E6C619D3F0}"/>
              </a:ext>
            </a:extLst>
          </p:cNvPr>
          <p:cNvPicPr>
            <a:picLocks noChangeAspect="1"/>
          </p:cNvPicPr>
          <p:nvPr/>
        </p:nvPicPr>
        <p:blipFill>
          <a:blip r:embed="rId4"/>
          <a:stretch>
            <a:fillRect/>
          </a:stretch>
        </p:blipFill>
        <p:spPr>
          <a:xfrm>
            <a:off x="6201899" y="2016458"/>
            <a:ext cx="5273497" cy="3254022"/>
          </a:xfrm>
          <a:prstGeom prst="rect">
            <a:avLst/>
          </a:prstGeom>
        </p:spPr>
      </p:pic>
    </p:spTree>
    <p:extLst>
      <p:ext uri="{BB962C8B-B14F-4D97-AF65-F5344CB8AC3E}">
        <p14:creationId xmlns:p14="http://schemas.microsoft.com/office/powerpoint/2010/main" val="395993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2e41b6bb5fe_0_501"/>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Herencia VS Interfaz </a:t>
            </a:r>
            <a:endParaRPr/>
          </a:p>
        </p:txBody>
      </p:sp>
      <p:sp>
        <p:nvSpPr>
          <p:cNvPr id="79" name="Google Shape;79;g2e41b6bb5fe_0_501"/>
          <p:cNvSpPr txBox="1">
            <a:spLocks noGrp="1"/>
          </p:cNvSpPr>
          <p:nvPr>
            <p:ph type="body" idx="1"/>
          </p:nvPr>
        </p:nvSpPr>
        <p:spPr>
          <a:xfrm>
            <a:off x="415600" y="1536633"/>
            <a:ext cx="5333100" cy="220048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sz="1400" dirty="0"/>
              <a:t>La herencia es la capacidad de crear nuevas clases sobre otras existentes. La principal ventaja de la herencia es la reutilización de código.</a:t>
            </a:r>
            <a:endParaRPr sz="1400" dirty="0"/>
          </a:p>
        </p:txBody>
      </p:sp>
      <p:sp>
        <p:nvSpPr>
          <p:cNvPr id="80" name="Google Shape;80;g2e41b6bb5fe_0_501"/>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sz="1400" dirty="0"/>
              <a:t>El mecanismo de la interfaz te permite definir contratos de interacción entre objetos.</a:t>
            </a:r>
            <a:endParaRPr sz="1400" dirty="0"/>
          </a:p>
        </p:txBody>
      </p:sp>
      <p:pic>
        <p:nvPicPr>
          <p:cNvPr id="81" name="Google Shape;81;g2e41b6bb5fe_0_501"/>
          <p:cNvPicPr preferRelativeResize="0"/>
          <p:nvPr/>
        </p:nvPicPr>
        <p:blipFill>
          <a:blip r:embed="rId3">
            <a:alphaModFix/>
          </a:blip>
          <a:stretch>
            <a:fillRect/>
          </a:stretch>
        </p:blipFill>
        <p:spPr>
          <a:xfrm>
            <a:off x="1203393" y="2707834"/>
            <a:ext cx="3163198" cy="2135836"/>
          </a:xfrm>
          <a:prstGeom prst="rect">
            <a:avLst/>
          </a:prstGeom>
          <a:noFill/>
          <a:ln>
            <a:noFill/>
          </a:ln>
        </p:spPr>
      </p:pic>
      <p:pic>
        <p:nvPicPr>
          <p:cNvPr id="82" name="Google Shape;82;g2e41b6bb5fe_0_501"/>
          <p:cNvPicPr preferRelativeResize="0"/>
          <p:nvPr/>
        </p:nvPicPr>
        <p:blipFill>
          <a:blip r:embed="rId4">
            <a:alphaModFix/>
          </a:blip>
          <a:stretch>
            <a:fillRect/>
          </a:stretch>
        </p:blipFill>
        <p:spPr>
          <a:xfrm>
            <a:off x="7023657" y="2387959"/>
            <a:ext cx="4333455" cy="3703874"/>
          </a:xfrm>
          <a:prstGeom prst="rect">
            <a:avLst/>
          </a:prstGeom>
          <a:noFill/>
          <a:ln>
            <a:noFill/>
          </a:ln>
        </p:spPr>
      </p:pic>
      <p:sp>
        <p:nvSpPr>
          <p:cNvPr id="3" name="TextBox 2">
            <a:extLst>
              <a:ext uri="{FF2B5EF4-FFF2-40B4-BE49-F238E27FC236}">
                <a16:creationId xmlns:a16="http://schemas.microsoft.com/office/drawing/2014/main" id="{CE67E8DC-4F71-026C-1CD7-E8CE0FB042F3}"/>
              </a:ext>
            </a:extLst>
          </p:cNvPr>
          <p:cNvSpPr txBox="1"/>
          <p:nvPr/>
        </p:nvSpPr>
        <p:spPr>
          <a:xfrm>
            <a:off x="415600" y="5105071"/>
            <a:ext cx="6270122" cy="105964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0" indent="0" algn="just">
              <a:lnSpc>
                <a:spcPct val="115000"/>
              </a:lnSpc>
              <a:spcAft>
                <a:spcPts val="1600"/>
              </a:spcAft>
              <a:buClr>
                <a:schemeClr val="dk2"/>
              </a:buClr>
              <a:buSzPts val="1900"/>
              <a:buFont typeface="Lato"/>
              <a:buNone/>
              <a:defRPr>
                <a:solidFill>
                  <a:schemeClr val="dk2"/>
                </a:solidFill>
                <a:latin typeface="Lato"/>
                <a:ea typeface="Lato"/>
                <a:cs typeface="Lato"/>
                <a:sym typeface="Lato"/>
              </a:defRPr>
            </a:lvl1pPr>
            <a:lvl2pPr marL="914400" indent="-330200">
              <a:lnSpc>
                <a:spcPct val="115000"/>
              </a:lnSpc>
              <a:buClr>
                <a:schemeClr val="dk2"/>
              </a:buClr>
              <a:buSzPts val="1600"/>
              <a:buFont typeface="Lato"/>
              <a:buChar char="○"/>
              <a:defRPr sz="1600">
                <a:solidFill>
                  <a:schemeClr val="dk2"/>
                </a:solidFill>
                <a:latin typeface="Lato"/>
                <a:ea typeface="Lato"/>
                <a:cs typeface="Lato"/>
                <a:sym typeface="Lato"/>
              </a:defRPr>
            </a:lvl2pPr>
            <a:lvl3pPr marL="1371600" indent="-330200">
              <a:lnSpc>
                <a:spcPct val="115000"/>
              </a:lnSpc>
              <a:buClr>
                <a:schemeClr val="dk2"/>
              </a:buClr>
              <a:buSzPts val="1600"/>
              <a:buFont typeface="Lato"/>
              <a:buChar char="■"/>
              <a:defRPr sz="1600">
                <a:solidFill>
                  <a:schemeClr val="dk2"/>
                </a:solidFill>
                <a:latin typeface="Lato"/>
                <a:ea typeface="Lato"/>
                <a:cs typeface="Lato"/>
                <a:sym typeface="Lato"/>
              </a:defRPr>
            </a:lvl3pPr>
            <a:lvl4pPr marL="1828800" indent="-330200">
              <a:lnSpc>
                <a:spcPct val="115000"/>
              </a:lnSpc>
              <a:buClr>
                <a:schemeClr val="dk2"/>
              </a:buClr>
              <a:buSzPts val="1600"/>
              <a:buFont typeface="Lato"/>
              <a:buChar char="●"/>
              <a:defRPr sz="1600">
                <a:solidFill>
                  <a:schemeClr val="dk2"/>
                </a:solidFill>
                <a:latin typeface="Lato"/>
                <a:ea typeface="Lato"/>
                <a:cs typeface="Lato"/>
                <a:sym typeface="Lato"/>
              </a:defRPr>
            </a:lvl4pPr>
            <a:lvl5pPr marL="2286000" indent="-330200">
              <a:lnSpc>
                <a:spcPct val="115000"/>
              </a:lnSpc>
              <a:buClr>
                <a:schemeClr val="dk2"/>
              </a:buClr>
              <a:buSzPts val="1600"/>
              <a:buFont typeface="Lato"/>
              <a:buChar char="○"/>
              <a:defRPr sz="1600">
                <a:solidFill>
                  <a:schemeClr val="dk2"/>
                </a:solidFill>
                <a:latin typeface="Lato"/>
                <a:ea typeface="Lato"/>
                <a:cs typeface="Lato"/>
                <a:sym typeface="Lato"/>
              </a:defRPr>
            </a:lvl5pPr>
            <a:lvl6pPr marL="2743200" indent="-330200">
              <a:lnSpc>
                <a:spcPct val="115000"/>
              </a:lnSpc>
              <a:buClr>
                <a:schemeClr val="dk2"/>
              </a:buClr>
              <a:buSzPts val="1600"/>
              <a:buFont typeface="Lato"/>
              <a:buChar char="■"/>
              <a:defRPr sz="1600">
                <a:solidFill>
                  <a:schemeClr val="dk2"/>
                </a:solidFill>
                <a:latin typeface="Lato"/>
                <a:ea typeface="Lato"/>
                <a:cs typeface="Lato"/>
                <a:sym typeface="Lato"/>
              </a:defRPr>
            </a:lvl6pPr>
            <a:lvl7pPr marL="3200400" indent="-330200">
              <a:lnSpc>
                <a:spcPct val="115000"/>
              </a:lnSpc>
              <a:buClr>
                <a:schemeClr val="dk2"/>
              </a:buClr>
              <a:buSzPts val="1600"/>
              <a:buFont typeface="Lato"/>
              <a:buChar char="●"/>
              <a:defRPr sz="1600">
                <a:solidFill>
                  <a:schemeClr val="dk2"/>
                </a:solidFill>
                <a:latin typeface="Lato"/>
                <a:ea typeface="Lato"/>
                <a:cs typeface="Lato"/>
                <a:sym typeface="Lato"/>
              </a:defRPr>
            </a:lvl7pPr>
            <a:lvl8pPr marL="3657600" indent="-330200">
              <a:lnSpc>
                <a:spcPct val="115000"/>
              </a:lnSpc>
              <a:buClr>
                <a:schemeClr val="dk2"/>
              </a:buClr>
              <a:buSzPts val="1600"/>
              <a:buFont typeface="Lato"/>
              <a:buChar char="○"/>
              <a:defRPr sz="1600">
                <a:solidFill>
                  <a:schemeClr val="dk2"/>
                </a:solidFill>
                <a:latin typeface="Lato"/>
                <a:ea typeface="Lato"/>
                <a:cs typeface="Lato"/>
                <a:sym typeface="Lato"/>
              </a:defRPr>
            </a:lvl8pPr>
            <a:lvl9pPr marL="4114800" indent="-330200">
              <a:lnSpc>
                <a:spcPct val="115000"/>
              </a:lnSpc>
              <a:buClr>
                <a:schemeClr val="dk2"/>
              </a:buClr>
              <a:buSzPts val="1600"/>
              <a:buFont typeface="Lato"/>
              <a:buChar char="■"/>
              <a:defRPr sz="1600">
                <a:solidFill>
                  <a:schemeClr val="dk2"/>
                </a:solidFill>
                <a:latin typeface="Lato"/>
                <a:ea typeface="Lato"/>
                <a:cs typeface="Lato"/>
                <a:sym typeface="Lato"/>
              </a:defRPr>
            </a:lvl9pPr>
          </a:lstStyle>
          <a:p>
            <a:pPr>
              <a:lnSpc>
                <a:spcPct val="135000"/>
              </a:lnSpc>
            </a:pPr>
            <a:r>
              <a:rPr lang="es-CO" dirty="0"/>
              <a:t>La principal diferencia es que la herencia (de clases) reutiliza código e implementa una jerarquía de parentesco ("qué es" un objeto), mientras que una interfaz define un contrato de comportamiento obligatorio sin código predefinido ("qué puede hacer" un objeto).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C21EE603-4E26-FE50-7A96-85F46560AB7A}"/>
            </a:ext>
          </a:extLst>
        </p:cNvPr>
        <p:cNvGrpSpPr/>
        <p:nvPr/>
      </p:nvGrpSpPr>
      <p:grpSpPr>
        <a:xfrm>
          <a:off x="0" y="0"/>
          <a:ext cx="0" cy="0"/>
          <a:chOff x="0" y="0"/>
          <a:chExt cx="0" cy="0"/>
        </a:xfrm>
      </p:grpSpPr>
      <p:sp>
        <p:nvSpPr>
          <p:cNvPr id="78" name="Google Shape;78;g2e41b6bb5fe_0_501">
            <a:extLst>
              <a:ext uri="{FF2B5EF4-FFF2-40B4-BE49-F238E27FC236}">
                <a16:creationId xmlns:a16="http://schemas.microsoft.com/office/drawing/2014/main" id="{21DD537B-686F-E60B-0A20-6002B491B309}"/>
              </a:ext>
            </a:extLst>
          </p:cNvPr>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Herencia VS Interfaz </a:t>
            </a:r>
            <a:endParaRPr/>
          </a:p>
        </p:txBody>
      </p:sp>
      <p:sp>
        <p:nvSpPr>
          <p:cNvPr id="79" name="Google Shape;79;g2e41b6bb5fe_0_501">
            <a:extLst>
              <a:ext uri="{FF2B5EF4-FFF2-40B4-BE49-F238E27FC236}">
                <a16:creationId xmlns:a16="http://schemas.microsoft.com/office/drawing/2014/main" id="{55F6890D-89F6-58DC-A455-91BC609079F7}"/>
              </a:ext>
            </a:extLst>
          </p:cNvPr>
          <p:cNvSpPr txBox="1">
            <a:spLocks noGrp="1"/>
          </p:cNvSpPr>
          <p:nvPr>
            <p:ph type="body" idx="1"/>
          </p:nvPr>
        </p:nvSpPr>
        <p:spPr>
          <a:xfrm>
            <a:off x="846295" y="1781797"/>
            <a:ext cx="9921095" cy="4234689"/>
          </a:xfrm>
          <a:prstGeom prst="rect">
            <a:avLst/>
          </a:prstGeom>
        </p:spPr>
        <p:txBody>
          <a:bodyPr spcFirstLastPara="1" wrap="square" lIns="121900" tIns="121900" rIns="121900" bIns="121900" anchor="t" anchorCtr="0">
            <a:normAutofit fontScale="92500" lnSpcReduction="10000"/>
          </a:bodyPr>
          <a:lstStyle/>
          <a:p>
            <a:pPr marL="107950" indent="0" algn="just">
              <a:buNone/>
            </a:pPr>
            <a:r>
              <a:rPr lang="es-CO" sz="1400" b="1" dirty="0"/>
              <a:t>Concepto:</a:t>
            </a:r>
          </a:p>
          <a:p>
            <a:pPr algn="just"/>
            <a:r>
              <a:rPr lang="es-CO" sz="1400" b="1" dirty="0"/>
              <a:t>Herencia: </a:t>
            </a:r>
            <a:r>
              <a:rPr lang="es-CO" sz="1400" dirty="0"/>
              <a:t>Una clase (subclase) adquiere los atributos y métodos de otra clase (superclase), compartiendo código e implementación.</a:t>
            </a:r>
          </a:p>
          <a:p>
            <a:pPr algn="just"/>
            <a:r>
              <a:rPr lang="es-CO" sz="1400" b="1" dirty="0"/>
              <a:t>Interfaz: </a:t>
            </a:r>
            <a:r>
              <a:rPr lang="es-CO" sz="1400" dirty="0"/>
              <a:t>Es un conjunto de métodos abstractos (firmas sin código) que una clase se compromete a implementar obligatoriamente.</a:t>
            </a:r>
          </a:p>
          <a:p>
            <a:pPr marL="107950" indent="0" algn="just">
              <a:buNone/>
            </a:pPr>
            <a:endParaRPr lang="es-CO" sz="1400" b="1" dirty="0"/>
          </a:p>
          <a:p>
            <a:pPr marL="107950" indent="0" algn="just">
              <a:buNone/>
            </a:pPr>
            <a:r>
              <a:rPr lang="es-CO" sz="1400" b="1" dirty="0"/>
              <a:t>Relación:</a:t>
            </a:r>
          </a:p>
          <a:p>
            <a:pPr lvl="0" algn="just"/>
            <a:r>
              <a:rPr lang="es-CO" sz="1400" b="1" dirty="0"/>
              <a:t>Herencia</a:t>
            </a:r>
            <a:r>
              <a:rPr lang="es-CO" sz="1400" dirty="0"/>
              <a:t>: Modela relaciones de tipo "es un/a" (</a:t>
            </a:r>
            <a:r>
              <a:rPr lang="es-CO" sz="1400" i="1" dirty="0" err="1"/>
              <a:t>is</a:t>
            </a:r>
            <a:r>
              <a:rPr lang="es-CO" sz="1400" i="1" dirty="0"/>
              <a:t>-a</a:t>
            </a:r>
            <a:r>
              <a:rPr lang="es-CO" sz="1400" dirty="0"/>
              <a:t>). Ejemplo: un </a:t>
            </a:r>
            <a:r>
              <a:rPr lang="es-CO" sz="1400" i="1" dirty="0"/>
              <a:t>Gato</a:t>
            </a:r>
            <a:r>
              <a:rPr lang="es-CO" sz="1400" dirty="0"/>
              <a:t> es un </a:t>
            </a:r>
            <a:r>
              <a:rPr lang="es-CO" sz="1400" i="1" dirty="0"/>
              <a:t>Animal</a:t>
            </a:r>
            <a:r>
              <a:rPr lang="es-CO" sz="1400" dirty="0"/>
              <a:t>.</a:t>
            </a:r>
          </a:p>
          <a:p>
            <a:pPr lvl="0" algn="just"/>
            <a:r>
              <a:rPr lang="es-CO" sz="1400" b="1" dirty="0"/>
              <a:t>Interfaz</a:t>
            </a:r>
            <a:r>
              <a:rPr lang="es-CO" sz="1400" dirty="0"/>
              <a:t>: Modela capacidades o roles de tipo "tiene la habilidad de" (</a:t>
            </a:r>
            <a:r>
              <a:rPr lang="es-CO" sz="1400" i="1" dirty="0"/>
              <a:t>can-do</a:t>
            </a:r>
            <a:r>
              <a:rPr lang="es-CO" sz="1400" dirty="0"/>
              <a:t>). Ejemplo: un </a:t>
            </a:r>
            <a:r>
              <a:rPr lang="es-CO" sz="1400" i="1" dirty="0"/>
              <a:t>Pato</a:t>
            </a:r>
            <a:r>
              <a:rPr lang="es-CO" sz="1400" dirty="0"/>
              <a:t> y un </a:t>
            </a:r>
            <a:r>
              <a:rPr lang="es-CO" sz="1400" i="1" dirty="0"/>
              <a:t>Avión</a:t>
            </a:r>
            <a:r>
              <a:rPr lang="es-CO" sz="1400" dirty="0"/>
              <a:t> pueden implementar la interfaz </a:t>
            </a:r>
            <a:r>
              <a:rPr lang="es-CO" sz="1400" i="1" dirty="0"/>
              <a:t>Volador.</a:t>
            </a:r>
          </a:p>
          <a:p>
            <a:pPr marL="107950" lvl="0" indent="0" algn="just">
              <a:buNone/>
            </a:pPr>
            <a:endParaRPr lang="es-CO" sz="1400" i="1" dirty="0"/>
          </a:p>
          <a:p>
            <a:pPr marL="107950" lvl="0" indent="0" algn="just">
              <a:buNone/>
            </a:pPr>
            <a:r>
              <a:rPr lang="es-CO" sz="1400" b="1" dirty="0"/>
              <a:t>Clase abstracta:</a:t>
            </a:r>
            <a:endParaRPr lang="es-CO" sz="1050" b="1" dirty="0"/>
          </a:p>
          <a:p>
            <a:pPr algn="just"/>
            <a:r>
              <a:rPr lang="es-CO" sz="1400" dirty="0"/>
              <a:t>Una clase abstracta define una identidad incompleta (una base parcial que puede compartir código real), mientras que una interfaz define un rol o contrato de comportamiento puro (solo dice qué hacer, no cómo).</a:t>
            </a:r>
          </a:p>
          <a:p>
            <a:pPr lvl="0"/>
            <a:r>
              <a:rPr lang="es-CO" sz="1300" b="1" dirty="0"/>
              <a:t>Propósito del diseño</a:t>
            </a:r>
            <a:r>
              <a:rPr lang="es-CO" sz="1300" dirty="0"/>
              <a:t>:</a:t>
            </a:r>
          </a:p>
          <a:p>
            <a:pPr lvl="1"/>
            <a:r>
              <a:rPr lang="es-CO" sz="1300" b="1" dirty="0"/>
              <a:t>Clase abstracta</a:t>
            </a:r>
            <a:r>
              <a:rPr lang="es-CO" sz="1300" dirty="0"/>
              <a:t>: Se usa para agrupar objetos estrechamente relacionados. Responde a la pregunta: </a:t>
            </a:r>
            <a:r>
              <a:rPr lang="es-CO" sz="1300" i="1" dirty="0"/>
              <a:t>"¿Qué es este objeto?"</a:t>
            </a:r>
            <a:r>
              <a:rPr lang="es-CO" sz="1300" dirty="0"/>
              <a:t>. Ejemplo: Vehículo es la base para Carro y Moto.</a:t>
            </a:r>
          </a:p>
          <a:p>
            <a:pPr lvl="1"/>
            <a:r>
              <a:rPr lang="es-CO" sz="1300" b="1" dirty="0"/>
              <a:t>Interfaz</a:t>
            </a:r>
            <a:r>
              <a:rPr lang="es-CO" sz="1300" dirty="0"/>
              <a:t>: Se usa para dar una capacidad común a objetos que no tienen ninguna relación entre sí. Responde a la pregunta: </a:t>
            </a:r>
            <a:r>
              <a:rPr lang="es-CO" sz="1300" i="1" dirty="0"/>
              <a:t>"¿Qué puede hacer este objeto?"</a:t>
            </a:r>
            <a:r>
              <a:rPr lang="es-CO" sz="1300" dirty="0"/>
              <a:t>. Ejemplo: Imprimible sirve para un Documento y para una Foto.</a:t>
            </a:r>
          </a:p>
        </p:txBody>
      </p:sp>
    </p:spTree>
    <p:extLst>
      <p:ext uri="{BB962C8B-B14F-4D97-AF65-F5344CB8AC3E}">
        <p14:creationId xmlns:p14="http://schemas.microsoft.com/office/powerpoint/2010/main" val="1886014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g2e41b6bb5fe_0_512"/>
          <p:cNvSpPr txBox="1">
            <a:spLocks noGrp="1"/>
          </p:cNvSpPr>
          <p:nvPr>
            <p:ph type="title"/>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Polimorfismo</a:t>
            </a:r>
            <a:endParaRPr/>
          </a:p>
        </p:txBody>
      </p:sp>
      <p:pic>
        <p:nvPicPr>
          <p:cNvPr id="88" name="Google Shape;88;g2e41b6bb5fe_0_512"/>
          <p:cNvPicPr preferRelativeResize="0"/>
          <p:nvPr/>
        </p:nvPicPr>
        <p:blipFill>
          <a:blip r:embed="rId3">
            <a:alphaModFix/>
          </a:blip>
          <a:stretch>
            <a:fillRect/>
          </a:stretch>
        </p:blipFill>
        <p:spPr>
          <a:xfrm>
            <a:off x="3287088" y="1189250"/>
            <a:ext cx="5617836" cy="51964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2e41b6bb5fe_0_519"/>
          <p:cNvSpPr txBox="1">
            <a:spLocks noGrp="1"/>
          </p:cNvSpPr>
          <p:nvPr>
            <p:ph type="title" idx="4294967295"/>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Relaciones</a:t>
            </a:r>
            <a:endParaRPr/>
          </a:p>
        </p:txBody>
      </p:sp>
      <p:graphicFrame>
        <p:nvGraphicFramePr>
          <p:cNvPr id="94" name="Google Shape;94;g2e41b6bb5fe_0_519"/>
          <p:cNvGraphicFramePr/>
          <p:nvPr>
            <p:extLst>
              <p:ext uri="{D42A27DB-BD31-4B8C-83A1-F6EECF244321}">
                <p14:modId xmlns:p14="http://schemas.microsoft.com/office/powerpoint/2010/main" val="2691199982"/>
              </p:ext>
            </p:extLst>
          </p:nvPr>
        </p:nvGraphicFramePr>
        <p:xfrm>
          <a:off x="952500" y="1524000"/>
          <a:ext cx="10287000" cy="2511725"/>
        </p:xfrm>
        <a:graphic>
          <a:graphicData uri="http://schemas.openxmlformats.org/drawingml/2006/table">
            <a:tbl>
              <a:tblPr>
                <a:noFill/>
                <a:tableStyleId>{48029A5F-B29F-42D9-BF25-8414E3904450}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1399975">
                <a:tc>
                  <a:txBody>
                    <a:bodyPr/>
                    <a:lstStyle/>
                    <a:p>
                      <a:pPr marL="0" lvl="0" indent="0" algn="just" rtl="0">
                        <a:spcBef>
                          <a:spcPts val="0"/>
                        </a:spcBef>
                        <a:spcAft>
                          <a:spcPts val="0"/>
                        </a:spcAft>
                        <a:buNone/>
                      </a:pPr>
                      <a:r>
                        <a:rPr lang="es-CO" dirty="0"/>
                        <a:t>Existe una dependencia entre dos clases cuando ciertos cambios en la definición de una clase puede provocar modificaciones en otra. La dependencia ocurre normalmente cuando utilizas nombres de clases concretas en tu código.</a:t>
                      </a:r>
                      <a:endParaRPr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1111750">
                <a:tc>
                  <a:txBody>
                    <a:bodyPr/>
                    <a:lstStyle/>
                    <a:p>
                      <a:pPr marL="0" lvl="0" indent="0" algn="just" rtl="0">
                        <a:spcBef>
                          <a:spcPts val="0"/>
                        </a:spcBef>
                        <a:spcAft>
                          <a:spcPts val="0"/>
                        </a:spcAft>
                        <a:buNone/>
                      </a:pPr>
                      <a:r>
                        <a:rPr lang="es-CO" dirty="0"/>
                        <a:t>La asociación es una relación en la que un objeto utiliza o interactúa con otro. En general, se utiliza la asociación para representar algo como un campo en una clase.</a:t>
                      </a:r>
                      <a:endParaRPr dirty="0"/>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1"/>
                  </a:ext>
                </a:extLst>
              </a:tr>
            </a:tbl>
          </a:graphicData>
        </a:graphic>
      </p:graphicFrame>
      <p:pic>
        <p:nvPicPr>
          <p:cNvPr id="95" name="Google Shape;95;g2e41b6bb5fe_0_519"/>
          <p:cNvPicPr preferRelativeResize="0"/>
          <p:nvPr/>
        </p:nvPicPr>
        <p:blipFill>
          <a:blip r:embed="rId3">
            <a:alphaModFix/>
          </a:blip>
          <a:stretch>
            <a:fillRect/>
          </a:stretch>
        </p:blipFill>
        <p:spPr>
          <a:xfrm>
            <a:off x="6713225" y="1688225"/>
            <a:ext cx="4267200" cy="942975"/>
          </a:xfrm>
          <a:prstGeom prst="rect">
            <a:avLst/>
          </a:prstGeom>
          <a:noFill/>
          <a:ln>
            <a:noFill/>
          </a:ln>
        </p:spPr>
      </p:pic>
      <p:pic>
        <p:nvPicPr>
          <p:cNvPr id="96" name="Google Shape;96;g2e41b6bb5fe_0_519"/>
          <p:cNvPicPr preferRelativeResize="0"/>
          <p:nvPr/>
        </p:nvPicPr>
        <p:blipFill>
          <a:blip r:embed="rId4">
            <a:alphaModFix/>
          </a:blip>
          <a:stretch>
            <a:fillRect/>
          </a:stretch>
        </p:blipFill>
        <p:spPr>
          <a:xfrm>
            <a:off x="6713213" y="2947988"/>
            <a:ext cx="3895725" cy="962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2e41b6bb5fe_0_537"/>
          <p:cNvSpPr txBox="1">
            <a:spLocks noGrp="1"/>
          </p:cNvSpPr>
          <p:nvPr>
            <p:ph type="title" idx="4294967295"/>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Relaciones</a:t>
            </a:r>
            <a:endParaRPr/>
          </a:p>
        </p:txBody>
      </p:sp>
      <p:graphicFrame>
        <p:nvGraphicFramePr>
          <p:cNvPr id="103" name="Google Shape;103;g2e41b6bb5fe_0_537"/>
          <p:cNvGraphicFramePr/>
          <p:nvPr>
            <p:extLst>
              <p:ext uri="{D42A27DB-BD31-4B8C-83A1-F6EECF244321}">
                <p14:modId xmlns:p14="http://schemas.microsoft.com/office/powerpoint/2010/main" val="2322840770"/>
              </p:ext>
            </p:extLst>
          </p:nvPr>
        </p:nvGraphicFramePr>
        <p:xfrm>
          <a:off x="952500" y="1524000"/>
          <a:ext cx="10287000" cy="3139380"/>
        </p:xfrm>
        <a:graphic>
          <a:graphicData uri="http://schemas.openxmlformats.org/drawingml/2006/table">
            <a:tbl>
              <a:tblPr>
                <a:noFill/>
                <a:tableStyleId>{48029A5F-B29F-42D9-BF25-8414E3904450}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1399975">
                <a:tc>
                  <a:txBody>
                    <a:bodyPr/>
                    <a:lstStyle/>
                    <a:p>
                      <a:pPr marL="0" lvl="0" indent="0" algn="just" rtl="0">
                        <a:spcBef>
                          <a:spcPts val="0"/>
                        </a:spcBef>
                        <a:spcAft>
                          <a:spcPts val="0"/>
                        </a:spcAft>
                        <a:buNone/>
                      </a:pPr>
                      <a:r>
                        <a:rPr lang="es-CO" dirty="0"/>
                        <a:t>La agregación es un tipo especializado de asociación que representa relaciones “uno a muchos”, “muchos a muchos” o “todo a parte” entre múltiples objetos.</a:t>
                      </a:r>
                    </a:p>
                    <a:p>
                      <a:pPr marL="0" lvl="0" indent="0" algn="just" rtl="0">
                        <a:spcBef>
                          <a:spcPts val="0"/>
                        </a:spcBef>
                        <a:spcAft>
                          <a:spcPts val="0"/>
                        </a:spcAft>
                        <a:buNone/>
                      </a:pPr>
                      <a:endParaRPr lang="es-CO" dirty="0"/>
                    </a:p>
                    <a:p>
                      <a:pPr marL="0" lvl="0" indent="0" algn="just" rtl="0">
                        <a:spcBef>
                          <a:spcPts val="0"/>
                        </a:spcBef>
                        <a:spcAft>
                          <a:spcPts val="0"/>
                        </a:spcAft>
                        <a:buNone/>
                      </a:pPr>
                      <a:r>
                        <a:rPr lang="es-CO" dirty="0"/>
                        <a:t>Hablamos del “todo” o “contenedor” y “las partes” o  “componentes”. Los componentes pueden existir independiente de que exista el contenedor. </a:t>
                      </a:r>
                      <a:endParaRPr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1111750">
                <a:tc>
                  <a:txBody>
                    <a:bodyPr/>
                    <a:lstStyle/>
                    <a:p>
                      <a:pPr marL="0" lvl="0" indent="0" algn="just" rtl="0">
                        <a:spcBef>
                          <a:spcPts val="0"/>
                        </a:spcBef>
                        <a:spcAft>
                          <a:spcPts val="0"/>
                        </a:spcAft>
                        <a:buNone/>
                      </a:pPr>
                      <a:r>
                        <a:rPr lang="es-CO" dirty="0"/>
                        <a:t>La composición es un tipo específico de agregación en la que un objeto se compone de una o más instancias del otro. La diferencia entre ésta y otras relaciones está en que el componente sólo puede existir como parte del contenedor.</a:t>
                      </a:r>
                    </a:p>
                    <a:p>
                      <a:pPr marL="0" lvl="0" indent="0" algn="just" rtl="0">
                        <a:spcBef>
                          <a:spcPts val="0"/>
                        </a:spcBef>
                        <a:spcAft>
                          <a:spcPts val="0"/>
                        </a:spcAft>
                        <a:buNone/>
                      </a:pPr>
                      <a:endParaRPr lang="es-CO" dirty="0"/>
                    </a:p>
                    <a:p>
                      <a:pPr marL="0" lvl="0" indent="0" algn="just" rtl="0">
                        <a:spcBef>
                          <a:spcPts val="0"/>
                        </a:spcBef>
                        <a:spcAft>
                          <a:spcPts val="0"/>
                        </a:spcAft>
                        <a:buNone/>
                      </a:pPr>
                      <a:r>
                        <a:rPr lang="es-CO" dirty="0"/>
                        <a:t>Los componentes dejan de existir si el contenedor no existe. </a:t>
                      </a:r>
                      <a:endParaRPr dirty="0"/>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1"/>
                  </a:ext>
                </a:extLst>
              </a:tr>
            </a:tbl>
          </a:graphicData>
        </a:graphic>
      </p:graphicFrame>
      <p:pic>
        <p:nvPicPr>
          <p:cNvPr id="104" name="Google Shape;104;g2e41b6bb5fe_0_537"/>
          <p:cNvPicPr preferRelativeResize="0"/>
          <p:nvPr/>
        </p:nvPicPr>
        <p:blipFill>
          <a:blip r:embed="rId3">
            <a:alphaModFix/>
          </a:blip>
          <a:stretch>
            <a:fillRect/>
          </a:stretch>
        </p:blipFill>
        <p:spPr>
          <a:xfrm>
            <a:off x="6818475" y="1757125"/>
            <a:ext cx="3705225" cy="981075"/>
          </a:xfrm>
          <a:prstGeom prst="rect">
            <a:avLst/>
          </a:prstGeom>
          <a:noFill/>
          <a:ln>
            <a:noFill/>
          </a:ln>
        </p:spPr>
      </p:pic>
      <p:pic>
        <p:nvPicPr>
          <p:cNvPr id="105" name="Google Shape;105;g2e41b6bb5fe_0_537"/>
          <p:cNvPicPr preferRelativeResize="0"/>
          <p:nvPr/>
        </p:nvPicPr>
        <p:blipFill>
          <a:blip r:embed="rId4">
            <a:alphaModFix/>
          </a:blip>
          <a:stretch>
            <a:fillRect/>
          </a:stretch>
        </p:blipFill>
        <p:spPr>
          <a:xfrm>
            <a:off x="6818475" y="3429000"/>
            <a:ext cx="3790950" cy="962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C6C7F76-BFC3-A0A8-2D72-2BDC21FA8141}"/>
            </a:ext>
          </a:extLst>
        </p:cNvPr>
        <p:cNvGrpSpPr/>
        <p:nvPr/>
      </p:nvGrpSpPr>
      <p:grpSpPr>
        <a:xfrm>
          <a:off x="0" y="0"/>
          <a:ext cx="0" cy="0"/>
          <a:chOff x="0" y="0"/>
          <a:chExt cx="0" cy="0"/>
        </a:xfrm>
      </p:grpSpPr>
      <p:sp>
        <p:nvSpPr>
          <p:cNvPr id="102" name="Google Shape;102;g2e41b6bb5fe_0_537">
            <a:extLst>
              <a:ext uri="{FF2B5EF4-FFF2-40B4-BE49-F238E27FC236}">
                <a16:creationId xmlns:a16="http://schemas.microsoft.com/office/drawing/2014/main" id="{D78B347B-6274-8D30-E282-E3B312DCD9DC}"/>
              </a:ext>
            </a:extLst>
          </p:cNvPr>
          <p:cNvSpPr txBox="1">
            <a:spLocks noGrp="1"/>
          </p:cNvSpPr>
          <p:nvPr>
            <p:ph type="title" idx="4294967295"/>
          </p:nvPr>
        </p:nvSpPr>
        <p:spPr>
          <a:xfrm>
            <a:off x="415600" y="521800"/>
            <a:ext cx="11360700" cy="8349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s-CO"/>
              <a:t>Relaciones</a:t>
            </a:r>
            <a:endParaRPr/>
          </a:p>
        </p:txBody>
      </p:sp>
      <p:pic>
        <p:nvPicPr>
          <p:cNvPr id="3" name="Picture 2">
            <a:extLst>
              <a:ext uri="{FF2B5EF4-FFF2-40B4-BE49-F238E27FC236}">
                <a16:creationId xmlns:a16="http://schemas.microsoft.com/office/drawing/2014/main" id="{39196218-B6FC-5F03-21E6-EF6C35CF84F6}"/>
              </a:ext>
            </a:extLst>
          </p:cNvPr>
          <p:cNvPicPr>
            <a:picLocks noChangeAspect="1"/>
          </p:cNvPicPr>
          <p:nvPr/>
        </p:nvPicPr>
        <p:blipFill>
          <a:blip r:embed="rId3"/>
          <a:stretch>
            <a:fillRect/>
          </a:stretch>
        </p:blipFill>
        <p:spPr>
          <a:xfrm>
            <a:off x="876775" y="2002458"/>
            <a:ext cx="4497960" cy="3768864"/>
          </a:xfrm>
          <a:prstGeom prst="rect">
            <a:avLst/>
          </a:prstGeom>
        </p:spPr>
      </p:pic>
      <p:pic>
        <p:nvPicPr>
          <p:cNvPr id="5" name="Picture 4">
            <a:extLst>
              <a:ext uri="{FF2B5EF4-FFF2-40B4-BE49-F238E27FC236}">
                <a16:creationId xmlns:a16="http://schemas.microsoft.com/office/drawing/2014/main" id="{D7B1293C-1E5C-7323-0CEC-83F7E0292FF6}"/>
              </a:ext>
            </a:extLst>
          </p:cNvPr>
          <p:cNvPicPr>
            <a:picLocks noChangeAspect="1"/>
          </p:cNvPicPr>
          <p:nvPr/>
        </p:nvPicPr>
        <p:blipFill>
          <a:blip r:embed="rId4"/>
          <a:stretch>
            <a:fillRect/>
          </a:stretch>
        </p:blipFill>
        <p:spPr>
          <a:xfrm>
            <a:off x="5678138" y="1598859"/>
            <a:ext cx="5935050" cy="4576062"/>
          </a:xfrm>
          <a:prstGeom prst="rect">
            <a:avLst/>
          </a:prstGeom>
        </p:spPr>
      </p:pic>
    </p:spTree>
    <p:extLst>
      <p:ext uri="{BB962C8B-B14F-4D97-AF65-F5344CB8AC3E}">
        <p14:creationId xmlns:p14="http://schemas.microsoft.com/office/powerpoint/2010/main" val="1496518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2e41b6bb5fe_0_549"/>
          <p:cNvSpPr txBox="1">
            <a:spLocks noGrp="1"/>
          </p:cNvSpPr>
          <p:nvPr>
            <p:ph type="title"/>
          </p:nvPr>
        </p:nvSpPr>
        <p:spPr>
          <a:xfrm>
            <a:off x="354000" y="1477267"/>
            <a:ext cx="5393700" cy="2244900"/>
          </a:xfrm>
          <a:prstGeom prst="rect">
            <a:avLst/>
          </a:prstGeom>
        </p:spPr>
        <p:txBody>
          <a:bodyPr spcFirstLastPara="1" wrap="square" lIns="121900" tIns="121900" rIns="121900" bIns="121900" anchor="b" anchorCtr="0">
            <a:normAutofit fontScale="90000"/>
          </a:bodyPr>
          <a:lstStyle/>
          <a:p>
            <a:pPr marL="0" lvl="0" indent="0" algn="ctr" rtl="0">
              <a:spcBef>
                <a:spcPts val="0"/>
              </a:spcBef>
              <a:spcAft>
                <a:spcPts val="0"/>
              </a:spcAft>
              <a:buNone/>
            </a:pPr>
            <a:r>
              <a:rPr lang="es-CO"/>
              <a:t>Características del buen diseño</a:t>
            </a:r>
            <a:endParaRPr/>
          </a:p>
        </p:txBody>
      </p:sp>
      <p:sp>
        <p:nvSpPr>
          <p:cNvPr id="111" name="Google Shape;111;g2e41b6bb5fe_0_549"/>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p>
            <a:pPr marL="457200" lvl="0" indent="-381000" algn="l" rtl="0">
              <a:spcBef>
                <a:spcPts val="0"/>
              </a:spcBef>
              <a:spcAft>
                <a:spcPts val="0"/>
              </a:spcAft>
              <a:buSzPts val="2400"/>
              <a:buChar char="●"/>
            </a:pPr>
            <a:r>
              <a:rPr lang="es-CO" dirty="0"/>
              <a:t>Reutilización de código</a:t>
            </a:r>
            <a:endParaRPr dirty="0"/>
          </a:p>
          <a:p>
            <a:pPr marL="457200" lvl="0" indent="-381000" algn="l" rtl="0">
              <a:spcBef>
                <a:spcPts val="0"/>
              </a:spcBef>
              <a:spcAft>
                <a:spcPts val="0"/>
              </a:spcAft>
              <a:buSzPts val="2400"/>
              <a:buChar char="●"/>
            </a:pPr>
            <a:r>
              <a:rPr lang="es-CO" dirty="0"/>
              <a:t>Extensibilidad</a:t>
            </a:r>
          </a:p>
          <a:p>
            <a:pPr marL="76200" lvl="0" indent="0">
              <a:buNone/>
            </a:pPr>
            <a:endParaRPr lang="es-CO" dirty="0"/>
          </a:p>
          <a:p>
            <a:pPr marL="76200" lvl="0" indent="0" algn="just">
              <a:buNone/>
            </a:pPr>
            <a:r>
              <a:rPr lang="es-CO" sz="1600" dirty="0"/>
              <a:t>“El </a:t>
            </a:r>
            <a:r>
              <a:rPr lang="es-CO" sz="1600" b="1" dirty="0"/>
              <a:t>cambio </a:t>
            </a:r>
            <a:r>
              <a:rPr lang="es-CO" sz="1600" dirty="0"/>
              <a:t>es lo único constante en la vida de un programador.”</a:t>
            </a:r>
            <a:endParaRPr sz="1050" b="1" dirty="0">
              <a:solidFill>
                <a:schemeClr val="dk2"/>
              </a:solidFill>
            </a:endParaRPr>
          </a:p>
          <a:p>
            <a:pPr marL="457200" lvl="0" indent="0" algn="l" rtl="0">
              <a:spcBef>
                <a:spcPts val="1600"/>
              </a:spcBef>
              <a:spcAft>
                <a:spcPts val="1600"/>
              </a:spcAft>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72DED21-211A-E249-0F05-8CDEF9DFF0FA}"/>
            </a:ext>
          </a:extLst>
        </p:cNvPr>
        <p:cNvGrpSpPr/>
        <p:nvPr/>
      </p:nvGrpSpPr>
      <p:grpSpPr>
        <a:xfrm>
          <a:off x="0" y="0"/>
          <a:ext cx="0" cy="0"/>
          <a:chOff x="0" y="0"/>
          <a:chExt cx="0" cy="0"/>
        </a:xfrm>
      </p:grpSpPr>
      <p:sp>
        <p:nvSpPr>
          <p:cNvPr id="110" name="Google Shape;110;g2e41b6bb5fe_0_549">
            <a:extLst>
              <a:ext uri="{FF2B5EF4-FFF2-40B4-BE49-F238E27FC236}">
                <a16:creationId xmlns:a16="http://schemas.microsoft.com/office/drawing/2014/main" id="{68FAB8BD-D97C-17BE-2BB5-E3BE00F00C71}"/>
              </a:ext>
            </a:extLst>
          </p:cNvPr>
          <p:cNvSpPr txBox="1">
            <a:spLocks noGrp="1"/>
          </p:cNvSpPr>
          <p:nvPr>
            <p:ph type="title"/>
          </p:nvPr>
        </p:nvSpPr>
        <p:spPr>
          <a:xfrm>
            <a:off x="354000" y="1477267"/>
            <a:ext cx="5393700" cy="2244900"/>
          </a:xfrm>
          <a:prstGeom prst="rect">
            <a:avLst/>
          </a:prstGeom>
        </p:spPr>
        <p:txBody>
          <a:bodyPr spcFirstLastPara="1" wrap="square" lIns="121900" tIns="121900" rIns="121900" bIns="121900" anchor="b" anchorCtr="0">
            <a:normAutofit/>
          </a:bodyPr>
          <a:lstStyle/>
          <a:p>
            <a:pPr marL="0" lvl="0" indent="0" algn="ctr" rtl="0">
              <a:spcBef>
                <a:spcPts val="0"/>
              </a:spcBef>
              <a:spcAft>
                <a:spcPts val="0"/>
              </a:spcAft>
              <a:buNone/>
            </a:pPr>
            <a:r>
              <a:rPr lang="es-CO" dirty="0"/>
              <a:t>SOLID</a:t>
            </a:r>
            <a:endParaRPr dirty="0"/>
          </a:p>
        </p:txBody>
      </p:sp>
      <p:sp>
        <p:nvSpPr>
          <p:cNvPr id="111" name="Google Shape;111;g2e41b6bb5fe_0_549">
            <a:extLst>
              <a:ext uri="{FF2B5EF4-FFF2-40B4-BE49-F238E27FC236}">
                <a16:creationId xmlns:a16="http://schemas.microsoft.com/office/drawing/2014/main" id="{DEB14C73-C890-3607-7227-BFBCA9605197}"/>
              </a:ext>
            </a:extLst>
          </p:cNvPr>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p>
            <a:pPr algn="just"/>
            <a:r>
              <a:rPr lang="es-CO" sz="2000" dirty="0"/>
              <a:t>Robert Martin (</a:t>
            </a:r>
            <a:r>
              <a:rPr lang="es-CO" sz="2000" dirty="0" err="1"/>
              <a:t>uncle</a:t>
            </a:r>
            <a:r>
              <a:rPr lang="es-CO" sz="2000" dirty="0"/>
              <a:t> Bob) los presentó en el libro </a:t>
            </a:r>
            <a:r>
              <a:rPr lang="es-CO" sz="2000" i="1" dirty="0"/>
              <a:t>Desarrollo ágil de software: principios, patrones y prácticas.</a:t>
            </a:r>
          </a:p>
          <a:p>
            <a:pPr algn="just"/>
            <a:endParaRPr lang="es-CO" sz="2000" i="1" dirty="0"/>
          </a:p>
          <a:p>
            <a:pPr algn="just"/>
            <a:r>
              <a:rPr lang="es-CO" sz="2000" dirty="0"/>
              <a:t>Regla mnemotécnica para cinco principios de diseño ideados para hacer que los diseños de software sean más comprensibles, flexibles y fáciles de mantener.</a:t>
            </a:r>
            <a:endParaRPr sz="2000" dirty="0"/>
          </a:p>
        </p:txBody>
      </p:sp>
    </p:spTree>
    <p:extLst>
      <p:ext uri="{BB962C8B-B14F-4D97-AF65-F5344CB8AC3E}">
        <p14:creationId xmlns:p14="http://schemas.microsoft.com/office/powerpoint/2010/main" val="1706802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2e41b6bb5fe_0_568"/>
          <p:cNvSpPr txBox="1">
            <a:spLocks noGrp="1"/>
          </p:cNvSpPr>
          <p:nvPr>
            <p:ph type="title"/>
          </p:nvPr>
        </p:nvSpPr>
        <p:spPr>
          <a:xfrm>
            <a:off x="1197478" y="1015811"/>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a:t>Single </a:t>
            </a:r>
            <a:r>
              <a:rPr lang="es-CO" dirty="0" err="1"/>
              <a:t>Responsibility</a:t>
            </a:r>
            <a:r>
              <a:rPr lang="es-CO" dirty="0"/>
              <a:t> </a:t>
            </a:r>
            <a:r>
              <a:rPr lang="es-CO" dirty="0" err="1"/>
              <a:t>Principle</a:t>
            </a:r>
            <a:endParaRPr dirty="0"/>
          </a:p>
        </p:txBody>
      </p:sp>
      <p:sp>
        <p:nvSpPr>
          <p:cNvPr id="118" name="Google Shape;118;g2e41b6bb5fe_0_568"/>
          <p:cNvSpPr txBox="1">
            <a:spLocks noGrp="1"/>
          </p:cNvSpPr>
          <p:nvPr>
            <p:ph type="body" idx="1"/>
          </p:nvPr>
        </p:nvSpPr>
        <p:spPr>
          <a:xfrm>
            <a:off x="1197478" y="2130181"/>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Una clase sólo debe tener una razón para cambiar.</a:t>
            </a:r>
          </a:p>
          <a:p>
            <a:pPr algn="just"/>
            <a:r>
              <a:rPr lang="es-CO" dirty="0"/>
              <a:t>Intenta hacer a cada clase responsable de una única parte de la funcionalidad proporcionada por el software, y haz que esa responsabilidad quede totalmente encapsulada por (también puedes decir </a:t>
            </a:r>
            <a:r>
              <a:rPr lang="es-CO" i="1" dirty="0"/>
              <a:t>escondida dentro de</a:t>
            </a:r>
            <a:r>
              <a:rPr lang="es-CO" dirty="0"/>
              <a:t>) la clase.</a:t>
            </a:r>
          </a:p>
        </p:txBody>
      </p:sp>
      <p:pic>
        <p:nvPicPr>
          <p:cNvPr id="5" name="Picture 4">
            <a:extLst>
              <a:ext uri="{FF2B5EF4-FFF2-40B4-BE49-F238E27FC236}">
                <a16:creationId xmlns:a16="http://schemas.microsoft.com/office/drawing/2014/main" id="{8693C952-CC48-6663-24F1-C536B8F00F86}"/>
              </a:ext>
            </a:extLst>
          </p:cNvPr>
          <p:cNvPicPr>
            <a:picLocks noChangeAspect="1"/>
          </p:cNvPicPr>
          <p:nvPr/>
        </p:nvPicPr>
        <p:blipFill>
          <a:blip r:embed="rId3"/>
          <a:stretch>
            <a:fillRect/>
          </a:stretch>
        </p:blipFill>
        <p:spPr>
          <a:xfrm>
            <a:off x="6823055" y="2331769"/>
            <a:ext cx="3869890" cy="1757139"/>
          </a:xfrm>
          <a:prstGeom prst="rect">
            <a:avLst/>
          </a:prstGeom>
        </p:spPr>
      </p:pic>
      <p:pic>
        <p:nvPicPr>
          <p:cNvPr id="7" name="Picture 6">
            <a:extLst>
              <a:ext uri="{FF2B5EF4-FFF2-40B4-BE49-F238E27FC236}">
                <a16:creationId xmlns:a16="http://schemas.microsoft.com/office/drawing/2014/main" id="{8578C055-B3B1-C742-7CCF-95D62BDA8F98}"/>
              </a:ext>
            </a:extLst>
          </p:cNvPr>
          <p:cNvPicPr>
            <a:picLocks noChangeAspect="1"/>
          </p:cNvPicPr>
          <p:nvPr/>
        </p:nvPicPr>
        <p:blipFill>
          <a:blip r:embed="rId4"/>
          <a:stretch>
            <a:fillRect/>
          </a:stretch>
        </p:blipFill>
        <p:spPr>
          <a:xfrm>
            <a:off x="6631230" y="4397166"/>
            <a:ext cx="4253541" cy="1614361"/>
          </a:xfrm>
          <a:prstGeom prst="rect">
            <a:avLst/>
          </a:prstGeom>
        </p:spPr>
      </p:pic>
      <p:pic>
        <p:nvPicPr>
          <p:cNvPr id="9" name="Picture 8">
            <a:extLst>
              <a:ext uri="{FF2B5EF4-FFF2-40B4-BE49-F238E27FC236}">
                <a16:creationId xmlns:a16="http://schemas.microsoft.com/office/drawing/2014/main" id="{B0B30475-AD08-6D78-61F3-FD1C324C0D8C}"/>
              </a:ext>
            </a:extLst>
          </p:cNvPr>
          <p:cNvPicPr>
            <a:picLocks noChangeAspect="1"/>
          </p:cNvPicPr>
          <p:nvPr/>
        </p:nvPicPr>
        <p:blipFill>
          <a:blip r:embed="rId5"/>
          <a:stretch>
            <a:fillRect/>
          </a:stretch>
        </p:blipFill>
        <p:spPr>
          <a:xfrm>
            <a:off x="6351983" y="409150"/>
            <a:ext cx="4812036" cy="16143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e41b6bb5fe_0_581"/>
          <p:cNvSpPr txBox="1">
            <a:spLocks noGrp="1"/>
          </p:cNvSpPr>
          <p:nvPr>
            <p:ph type="title"/>
          </p:nvPr>
        </p:nvSpPr>
        <p:spPr>
          <a:xfrm>
            <a:off x="1157722" y="740800"/>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a:t>Open/</a:t>
            </a:r>
            <a:r>
              <a:rPr lang="es-CO" dirty="0" err="1"/>
              <a:t>Closed</a:t>
            </a:r>
            <a:r>
              <a:rPr lang="es-CO" dirty="0"/>
              <a:t> </a:t>
            </a:r>
            <a:r>
              <a:rPr lang="es-CO" dirty="0" err="1"/>
              <a:t>Principle</a:t>
            </a:r>
            <a:endParaRPr dirty="0"/>
          </a:p>
        </p:txBody>
      </p:sp>
      <p:sp>
        <p:nvSpPr>
          <p:cNvPr id="126" name="Google Shape;126;g2e41b6bb5fe_0_581"/>
          <p:cNvSpPr txBox="1">
            <a:spLocks noGrp="1"/>
          </p:cNvSpPr>
          <p:nvPr>
            <p:ph type="body" idx="1"/>
          </p:nvPr>
        </p:nvSpPr>
        <p:spPr>
          <a:xfrm>
            <a:off x="1157722" y="1855170"/>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Las clases deben estar abiertas a la extensión pero cerradas a la modificación.</a:t>
            </a:r>
          </a:p>
          <a:p>
            <a:pPr marL="0" indent="0" algn="just">
              <a:spcAft>
                <a:spcPts val="1600"/>
              </a:spcAft>
              <a:buNone/>
            </a:pPr>
            <a:r>
              <a:rPr lang="es-CO" dirty="0"/>
              <a:t>Una clase puede estar al mismo tiempo abierta (para la extensión) y cerrada (para la modificación).</a:t>
            </a:r>
            <a:endParaRPr dirty="0"/>
          </a:p>
        </p:txBody>
      </p:sp>
      <p:pic>
        <p:nvPicPr>
          <p:cNvPr id="3" name="Picture 2">
            <a:extLst>
              <a:ext uri="{FF2B5EF4-FFF2-40B4-BE49-F238E27FC236}">
                <a16:creationId xmlns:a16="http://schemas.microsoft.com/office/drawing/2014/main" id="{3F054BD9-CF2C-4BC6-A739-FEA8E7EAC0B9}"/>
              </a:ext>
            </a:extLst>
          </p:cNvPr>
          <p:cNvPicPr>
            <a:picLocks noChangeAspect="1"/>
          </p:cNvPicPr>
          <p:nvPr/>
        </p:nvPicPr>
        <p:blipFill>
          <a:blip r:embed="rId3"/>
          <a:stretch>
            <a:fillRect/>
          </a:stretch>
        </p:blipFill>
        <p:spPr>
          <a:xfrm>
            <a:off x="5620935" y="740800"/>
            <a:ext cx="5725410" cy="1556422"/>
          </a:xfrm>
          <a:prstGeom prst="rect">
            <a:avLst/>
          </a:prstGeom>
        </p:spPr>
      </p:pic>
      <p:pic>
        <p:nvPicPr>
          <p:cNvPr id="5" name="Picture 4">
            <a:extLst>
              <a:ext uri="{FF2B5EF4-FFF2-40B4-BE49-F238E27FC236}">
                <a16:creationId xmlns:a16="http://schemas.microsoft.com/office/drawing/2014/main" id="{C03008E8-EEC6-A22B-D1BE-F78C9D69E1F5}"/>
              </a:ext>
            </a:extLst>
          </p:cNvPr>
          <p:cNvPicPr>
            <a:picLocks noChangeAspect="1"/>
          </p:cNvPicPr>
          <p:nvPr/>
        </p:nvPicPr>
        <p:blipFill>
          <a:blip r:embed="rId4"/>
          <a:stretch>
            <a:fillRect/>
          </a:stretch>
        </p:blipFill>
        <p:spPr>
          <a:xfrm>
            <a:off x="6030319" y="2617886"/>
            <a:ext cx="4906641" cy="334691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2EE24BFD-221C-8F67-5EC3-7BF8E34E6C0C}"/>
            </a:ext>
          </a:extLst>
        </p:cNvPr>
        <p:cNvGrpSpPr/>
        <p:nvPr/>
      </p:nvGrpSpPr>
      <p:grpSpPr>
        <a:xfrm>
          <a:off x="0" y="0"/>
          <a:ext cx="0" cy="0"/>
          <a:chOff x="0" y="0"/>
          <a:chExt cx="0" cy="0"/>
        </a:xfrm>
      </p:grpSpPr>
      <p:sp>
        <p:nvSpPr>
          <p:cNvPr id="125" name="Google Shape;125;g2e41b6bb5fe_0_581">
            <a:extLst>
              <a:ext uri="{FF2B5EF4-FFF2-40B4-BE49-F238E27FC236}">
                <a16:creationId xmlns:a16="http://schemas.microsoft.com/office/drawing/2014/main" id="{36F7E0AB-CCEE-A93A-AE13-06FF4FD12647}"/>
              </a:ext>
            </a:extLst>
          </p:cNvPr>
          <p:cNvSpPr txBox="1">
            <a:spLocks noGrp="1"/>
          </p:cNvSpPr>
          <p:nvPr>
            <p:ph type="title"/>
          </p:nvPr>
        </p:nvSpPr>
        <p:spPr>
          <a:xfrm>
            <a:off x="1157722" y="740800"/>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a:t>Open/</a:t>
            </a:r>
            <a:r>
              <a:rPr lang="es-CO" dirty="0" err="1"/>
              <a:t>Closed</a:t>
            </a:r>
            <a:r>
              <a:rPr lang="es-CO" dirty="0"/>
              <a:t> </a:t>
            </a:r>
            <a:r>
              <a:rPr lang="es-CO" dirty="0" err="1"/>
              <a:t>Principle</a:t>
            </a:r>
            <a:endParaRPr dirty="0"/>
          </a:p>
        </p:txBody>
      </p:sp>
      <p:sp>
        <p:nvSpPr>
          <p:cNvPr id="126" name="Google Shape;126;g2e41b6bb5fe_0_581">
            <a:extLst>
              <a:ext uri="{FF2B5EF4-FFF2-40B4-BE49-F238E27FC236}">
                <a16:creationId xmlns:a16="http://schemas.microsoft.com/office/drawing/2014/main" id="{E1194242-3032-17B0-38E4-91D9C64254DE}"/>
              </a:ext>
            </a:extLst>
          </p:cNvPr>
          <p:cNvSpPr txBox="1">
            <a:spLocks noGrp="1"/>
          </p:cNvSpPr>
          <p:nvPr>
            <p:ph type="body" idx="1"/>
          </p:nvPr>
        </p:nvSpPr>
        <p:spPr>
          <a:xfrm>
            <a:off x="1157722" y="1855170"/>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Las clases deben estar abiertas a la extensión pero cerradas a la modificación.</a:t>
            </a:r>
          </a:p>
          <a:p>
            <a:pPr marL="0" indent="0" algn="just">
              <a:spcAft>
                <a:spcPts val="1600"/>
              </a:spcAft>
              <a:buNone/>
            </a:pPr>
            <a:r>
              <a:rPr lang="es-CO" dirty="0"/>
              <a:t>Una clase puede estar al mismo tiempo abierta (para la extensión) y cerrada (para la modificación).</a:t>
            </a:r>
            <a:endParaRPr dirty="0"/>
          </a:p>
        </p:txBody>
      </p:sp>
      <p:pic>
        <p:nvPicPr>
          <p:cNvPr id="6" name="Picture 5">
            <a:extLst>
              <a:ext uri="{FF2B5EF4-FFF2-40B4-BE49-F238E27FC236}">
                <a16:creationId xmlns:a16="http://schemas.microsoft.com/office/drawing/2014/main" id="{82667963-1323-2378-5920-2341424353F2}"/>
              </a:ext>
            </a:extLst>
          </p:cNvPr>
          <p:cNvPicPr>
            <a:picLocks noChangeAspect="1"/>
          </p:cNvPicPr>
          <p:nvPr/>
        </p:nvPicPr>
        <p:blipFill>
          <a:blip r:embed="rId3"/>
          <a:stretch>
            <a:fillRect/>
          </a:stretch>
        </p:blipFill>
        <p:spPr>
          <a:xfrm>
            <a:off x="5509096" y="740800"/>
            <a:ext cx="5976208" cy="949732"/>
          </a:xfrm>
          <a:prstGeom prst="rect">
            <a:avLst/>
          </a:prstGeom>
        </p:spPr>
      </p:pic>
      <p:pic>
        <p:nvPicPr>
          <p:cNvPr id="8" name="Picture 7">
            <a:extLst>
              <a:ext uri="{FF2B5EF4-FFF2-40B4-BE49-F238E27FC236}">
                <a16:creationId xmlns:a16="http://schemas.microsoft.com/office/drawing/2014/main" id="{D809531F-FD52-0EAE-BDF9-DD2C92776303}"/>
              </a:ext>
            </a:extLst>
          </p:cNvPr>
          <p:cNvPicPr>
            <a:picLocks noChangeAspect="1"/>
          </p:cNvPicPr>
          <p:nvPr/>
        </p:nvPicPr>
        <p:blipFill>
          <a:blip r:embed="rId4"/>
          <a:stretch>
            <a:fillRect/>
          </a:stretch>
        </p:blipFill>
        <p:spPr>
          <a:xfrm>
            <a:off x="6318567" y="1855170"/>
            <a:ext cx="4357265" cy="4731026"/>
          </a:xfrm>
          <a:prstGeom prst="rect">
            <a:avLst/>
          </a:prstGeom>
        </p:spPr>
      </p:pic>
    </p:spTree>
    <p:extLst>
      <p:ext uri="{BB962C8B-B14F-4D97-AF65-F5344CB8AC3E}">
        <p14:creationId xmlns:p14="http://schemas.microsoft.com/office/powerpoint/2010/main" val="595672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C2129B9-0E2C-A41B-A203-3046541FFEBA}"/>
            </a:ext>
          </a:extLst>
        </p:cNvPr>
        <p:cNvGrpSpPr/>
        <p:nvPr/>
      </p:nvGrpSpPr>
      <p:grpSpPr>
        <a:xfrm>
          <a:off x="0" y="0"/>
          <a:ext cx="0" cy="0"/>
          <a:chOff x="0" y="0"/>
          <a:chExt cx="0" cy="0"/>
        </a:xfrm>
      </p:grpSpPr>
      <p:sp>
        <p:nvSpPr>
          <p:cNvPr id="133" name="Google Shape;133;g2e41b6bb5fe_0_591">
            <a:extLst>
              <a:ext uri="{FF2B5EF4-FFF2-40B4-BE49-F238E27FC236}">
                <a16:creationId xmlns:a16="http://schemas.microsoft.com/office/drawing/2014/main" id="{EFA93D57-29A0-92E1-4D53-99216F34F215}"/>
              </a:ext>
            </a:extLst>
          </p:cNvPr>
          <p:cNvSpPr txBox="1">
            <a:spLocks noGrp="1"/>
          </p:cNvSpPr>
          <p:nvPr>
            <p:ph type="title"/>
          </p:nvPr>
        </p:nvSpPr>
        <p:spPr>
          <a:xfrm>
            <a:off x="1210731" y="780556"/>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err="1"/>
              <a:t>Liskov</a:t>
            </a:r>
            <a:r>
              <a:rPr lang="es-CO" dirty="0"/>
              <a:t> </a:t>
            </a:r>
            <a:r>
              <a:rPr lang="es-CO" dirty="0" err="1"/>
              <a:t>Substitution</a:t>
            </a:r>
            <a:r>
              <a:rPr lang="es-CO" dirty="0"/>
              <a:t> </a:t>
            </a:r>
            <a:r>
              <a:rPr lang="es-CO" dirty="0" err="1"/>
              <a:t>Principle</a:t>
            </a:r>
            <a:endParaRPr dirty="0"/>
          </a:p>
        </p:txBody>
      </p:sp>
      <p:sp>
        <p:nvSpPr>
          <p:cNvPr id="134" name="Google Shape;134;g2e41b6bb5fe_0_591">
            <a:extLst>
              <a:ext uri="{FF2B5EF4-FFF2-40B4-BE49-F238E27FC236}">
                <a16:creationId xmlns:a16="http://schemas.microsoft.com/office/drawing/2014/main" id="{BCA7E3F3-F2F1-AAFF-A8B8-BC85891FB297}"/>
              </a:ext>
            </a:extLst>
          </p:cNvPr>
          <p:cNvSpPr txBox="1">
            <a:spLocks noGrp="1"/>
          </p:cNvSpPr>
          <p:nvPr>
            <p:ph type="body" idx="1"/>
          </p:nvPr>
        </p:nvSpPr>
        <p:spPr>
          <a:xfrm>
            <a:off x="1210731" y="1894926"/>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Al extender una clase, recuerda que debes tener la capacidad de pasar objetos de las subclases en lugar de objetos de la clase padre, sin descomponer el código cliente.</a:t>
            </a:r>
          </a:p>
          <a:p>
            <a:pPr marL="0" lvl="0" indent="0" algn="just" rtl="0">
              <a:spcBef>
                <a:spcPts val="0"/>
              </a:spcBef>
              <a:spcAft>
                <a:spcPts val="1600"/>
              </a:spcAft>
              <a:buNone/>
            </a:pPr>
            <a:r>
              <a:rPr lang="es-CO" dirty="0"/>
              <a:t>Esto significa que la subclase debe permanecer compatible con el comportamiento de la superclase. Al sobrescribir un método, extiende el comportamiento base en lugar de sustituirlo con algo totalmente distinto.</a:t>
            </a:r>
            <a:endParaRPr dirty="0"/>
          </a:p>
        </p:txBody>
      </p:sp>
      <p:pic>
        <p:nvPicPr>
          <p:cNvPr id="3" name="Picture 2">
            <a:extLst>
              <a:ext uri="{FF2B5EF4-FFF2-40B4-BE49-F238E27FC236}">
                <a16:creationId xmlns:a16="http://schemas.microsoft.com/office/drawing/2014/main" id="{F859FD5C-8657-3873-C29A-1F3D13402CFB}"/>
              </a:ext>
            </a:extLst>
          </p:cNvPr>
          <p:cNvPicPr>
            <a:picLocks noChangeAspect="1"/>
          </p:cNvPicPr>
          <p:nvPr/>
        </p:nvPicPr>
        <p:blipFill>
          <a:blip r:embed="rId3"/>
          <a:stretch>
            <a:fillRect/>
          </a:stretch>
        </p:blipFill>
        <p:spPr>
          <a:xfrm>
            <a:off x="5771645" y="780556"/>
            <a:ext cx="5374786" cy="5585791"/>
          </a:xfrm>
          <a:prstGeom prst="rect">
            <a:avLst/>
          </a:prstGeom>
        </p:spPr>
      </p:pic>
      <p:pic>
        <p:nvPicPr>
          <p:cNvPr id="5" name="Picture 4">
            <a:extLst>
              <a:ext uri="{FF2B5EF4-FFF2-40B4-BE49-F238E27FC236}">
                <a16:creationId xmlns:a16="http://schemas.microsoft.com/office/drawing/2014/main" id="{E5DB7C44-65A7-953E-810E-2EC8F5A39630}"/>
              </a:ext>
            </a:extLst>
          </p:cNvPr>
          <p:cNvPicPr>
            <a:picLocks noChangeAspect="1"/>
          </p:cNvPicPr>
          <p:nvPr/>
        </p:nvPicPr>
        <p:blipFill>
          <a:blip r:embed="rId4"/>
          <a:stretch>
            <a:fillRect/>
          </a:stretch>
        </p:blipFill>
        <p:spPr>
          <a:xfrm>
            <a:off x="7738966" y="3231908"/>
            <a:ext cx="3903070" cy="1709714"/>
          </a:xfrm>
          <a:prstGeom prst="rect">
            <a:avLst/>
          </a:prstGeom>
        </p:spPr>
      </p:pic>
      <p:pic>
        <p:nvPicPr>
          <p:cNvPr id="7" name="Picture 6">
            <a:extLst>
              <a:ext uri="{FF2B5EF4-FFF2-40B4-BE49-F238E27FC236}">
                <a16:creationId xmlns:a16="http://schemas.microsoft.com/office/drawing/2014/main" id="{081EF63A-8F34-484B-9CD1-88317727F883}"/>
              </a:ext>
            </a:extLst>
          </p:cNvPr>
          <p:cNvPicPr>
            <a:picLocks noChangeAspect="1"/>
          </p:cNvPicPr>
          <p:nvPr/>
        </p:nvPicPr>
        <p:blipFill>
          <a:blip r:embed="rId5"/>
          <a:stretch>
            <a:fillRect/>
          </a:stretch>
        </p:blipFill>
        <p:spPr>
          <a:xfrm>
            <a:off x="7738966" y="4989389"/>
            <a:ext cx="3903070" cy="608657"/>
          </a:xfrm>
          <a:prstGeom prst="rect">
            <a:avLst/>
          </a:prstGeom>
        </p:spPr>
      </p:pic>
    </p:spTree>
    <p:extLst>
      <p:ext uri="{BB962C8B-B14F-4D97-AF65-F5344CB8AC3E}">
        <p14:creationId xmlns:p14="http://schemas.microsoft.com/office/powerpoint/2010/main" val="328777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8D669DF-4A4F-4B3F-8018-A7C3E5D3EB77}"/>
            </a:ext>
          </a:extLst>
        </p:cNvPr>
        <p:cNvGrpSpPr/>
        <p:nvPr/>
      </p:nvGrpSpPr>
      <p:grpSpPr>
        <a:xfrm>
          <a:off x="0" y="0"/>
          <a:ext cx="0" cy="0"/>
          <a:chOff x="0" y="0"/>
          <a:chExt cx="0" cy="0"/>
        </a:xfrm>
      </p:grpSpPr>
      <p:sp>
        <p:nvSpPr>
          <p:cNvPr id="133" name="Google Shape;133;g2e41b6bb5fe_0_591">
            <a:extLst>
              <a:ext uri="{FF2B5EF4-FFF2-40B4-BE49-F238E27FC236}">
                <a16:creationId xmlns:a16="http://schemas.microsoft.com/office/drawing/2014/main" id="{4133334A-38AF-6B64-E131-EC74A36C4ACF}"/>
              </a:ext>
            </a:extLst>
          </p:cNvPr>
          <p:cNvSpPr txBox="1">
            <a:spLocks noGrp="1"/>
          </p:cNvSpPr>
          <p:nvPr>
            <p:ph type="title"/>
          </p:nvPr>
        </p:nvSpPr>
        <p:spPr>
          <a:xfrm>
            <a:off x="1210731" y="780556"/>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err="1"/>
              <a:t>Liskov</a:t>
            </a:r>
            <a:r>
              <a:rPr lang="es-CO" dirty="0"/>
              <a:t> </a:t>
            </a:r>
            <a:r>
              <a:rPr lang="es-CO" dirty="0" err="1"/>
              <a:t>Substitution</a:t>
            </a:r>
            <a:r>
              <a:rPr lang="es-CO" dirty="0"/>
              <a:t> </a:t>
            </a:r>
            <a:r>
              <a:rPr lang="es-CO" dirty="0" err="1"/>
              <a:t>Principle</a:t>
            </a:r>
            <a:endParaRPr dirty="0"/>
          </a:p>
        </p:txBody>
      </p:sp>
      <p:sp>
        <p:nvSpPr>
          <p:cNvPr id="134" name="Google Shape;134;g2e41b6bb5fe_0_591">
            <a:extLst>
              <a:ext uri="{FF2B5EF4-FFF2-40B4-BE49-F238E27FC236}">
                <a16:creationId xmlns:a16="http://schemas.microsoft.com/office/drawing/2014/main" id="{1A24808B-32B9-736E-FE52-0423B8D0DB3E}"/>
              </a:ext>
            </a:extLst>
          </p:cNvPr>
          <p:cNvSpPr txBox="1">
            <a:spLocks noGrp="1"/>
          </p:cNvSpPr>
          <p:nvPr>
            <p:ph type="body" idx="1"/>
          </p:nvPr>
        </p:nvSpPr>
        <p:spPr>
          <a:xfrm>
            <a:off x="1210731" y="1894926"/>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Al extender una clase, recuerda que debes tener la capacidad de pasar objetos de las subclases en lugar de objetos de la clase padre, sin descomponer el código cliente.</a:t>
            </a:r>
          </a:p>
          <a:p>
            <a:pPr marL="0" lvl="0" indent="0" algn="just" rtl="0">
              <a:spcBef>
                <a:spcPts val="0"/>
              </a:spcBef>
              <a:spcAft>
                <a:spcPts val="1600"/>
              </a:spcAft>
              <a:buNone/>
            </a:pPr>
            <a:r>
              <a:rPr lang="es-CO" dirty="0"/>
              <a:t>Esto significa que la subclase debe permanecer compatible con el comportamiento de la superclase. Al sobrescribir un método, extiende el comportamiento base en lugar de sustituirlo con algo totalmente distinto.</a:t>
            </a:r>
            <a:endParaRPr dirty="0"/>
          </a:p>
        </p:txBody>
      </p:sp>
      <p:pic>
        <p:nvPicPr>
          <p:cNvPr id="6" name="Picture 5">
            <a:extLst>
              <a:ext uri="{FF2B5EF4-FFF2-40B4-BE49-F238E27FC236}">
                <a16:creationId xmlns:a16="http://schemas.microsoft.com/office/drawing/2014/main" id="{03C280BE-6B65-A0F1-3782-02C0B2643561}"/>
              </a:ext>
            </a:extLst>
          </p:cNvPr>
          <p:cNvPicPr>
            <a:picLocks noChangeAspect="1"/>
          </p:cNvPicPr>
          <p:nvPr/>
        </p:nvPicPr>
        <p:blipFill>
          <a:blip r:embed="rId3"/>
          <a:stretch>
            <a:fillRect/>
          </a:stretch>
        </p:blipFill>
        <p:spPr>
          <a:xfrm>
            <a:off x="5818781" y="1284406"/>
            <a:ext cx="5162488" cy="3755556"/>
          </a:xfrm>
          <a:prstGeom prst="rect">
            <a:avLst/>
          </a:prstGeom>
        </p:spPr>
      </p:pic>
    </p:spTree>
    <p:extLst>
      <p:ext uri="{BB962C8B-B14F-4D97-AF65-F5344CB8AC3E}">
        <p14:creationId xmlns:p14="http://schemas.microsoft.com/office/powerpoint/2010/main" val="4169610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e41b6bb5fe_0_601"/>
          <p:cNvSpPr txBox="1">
            <a:spLocks noGrp="1"/>
          </p:cNvSpPr>
          <p:nvPr>
            <p:ph type="title"/>
          </p:nvPr>
        </p:nvSpPr>
        <p:spPr>
          <a:xfrm>
            <a:off x="1117966" y="760678"/>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a:t>Interface </a:t>
            </a:r>
            <a:r>
              <a:rPr lang="es-CO" dirty="0" err="1"/>
              <a:t>Segregation</a:t>
            </a:r>
            <a:r>
              <a:rPr lang="es-CO" dirty="0"/>
              <a:t> </a:t>
            </a:r>
            <a:r>
              <a:rPr lang="es-CO" dirty="0" err="1"/>
              <a:t>Principle</a:t>
            </a:r>
            <a:endParaRPr dirty="0"/>
          </a:p>
        </p:txBody>
      </p:sp>
      <p:sp>
        <p:nvSpPr>
          <p:cNvPr id="142" name="Google Shape;142;g2e41b6bb5fe_0_601"/>
          <p:cNvSpPr txBox="1">
            <a:spLocks noGrp="1"/>
          </p:cNvSpPr>
          <p:nvPr>
            <p:ph type="body" idx="1"/>
          </p:nvPr>
        </p:nvSpPr>
        <p:spPr>
          <a:xfrm>
            <a:off x="1117966" y="1875048"/>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No se debe forzar a los clientes a depender de métodos que no utilizan.</a:t>
            </a:r>
          </a:p>
          <a:p>
            <a:pPr marL="0" lvl="0" indent="0" algn="just" rtl="0">
              <a:spcBef>
                <a:spcPts val="0"/>
              </a:spcBef>
              <a:spcAft>
                <a:spcPts val="1600"/>
              </a:spcAft>
              <a:buNone/>
            </a:pPr>
            <a:r>
              <a:rPr lang="es-CO" dirty="0"/>
              <a:t>Intenta que tus interfaces sean lo suficientemente estrechas para que las clases del cliente no tengan que implementar comportamientos que no necesitan.</a:t>
            </a:r>
          </a:p>
        </p:txBody>
      </p:sp>
      <p:pic>
        <p:nvPicPr>
          <p:cNvPr id="3" name="Picture 2">
            <a:extLst>
              <a:ext uri="{FF2B5EF4-FFF2-40B4-BE49-F238E27FC236}">
                <a16:creationId xmlns:a16="http://schemas.microsoft.com/office/drawing/2014/main" id="{72B7BA5E-F544-BB7C-65CC-2000765EC2A3}"/>
              </a:ext>
            </a:extLst>
          </p:cNvPr>
          <p:cNvPicPr>
            <a:picLocks noChangeAspect="1"/>
          </p:cNvPicPr>
          <p:nvPr/>
        </p:nvPicPr>
        <p:blipFill>
          <a:blip r:embed="rId3"/>
          <a:stretch>
            <a:fillRect/>
          </a:stretch>
        </p:blipFill>
        <p:spPr>
          <a:xfrm>
            <a:off x="6215270" y="448415"/>
            <a:ext cx="4432852" cy="2426604"/>
          </a:xfrm>
          <a:prstGeom prst="rect">
            <a:avLst/>
          </a:prstGeom>
        </p:spPr>
      </p:pic>
      <p:pic>
        <p:nvPicPr>
          <p:cNvPr id="5" name="Picture 4">
            <a:extLst>
              <a:ext uri="{FF2B5EF4-FFF2-40B4-BE49-F238E27FC236}">
                <a16:creationId xmlns:a16="http://schemas.microsoft.com/office/drawing/2014/main" id="{92C3A04C-9483-0D6A-6018-576C96936C98}"/>
              </a:ext>
            </a:extLst>
          </p:cNvPr>
          <p:cNvPicPr>
            <a:picLocks noChangeAspect="1"/>
          </p:cNvPicPr>
          <p:nvPr/>
        </p:nvPicPr>
        <p:blipFill>
          <a:blip r:embed="rId4"/>
          <a:stretch>
            <a:fillRect/>
          </a:stretch>
        </p:blipFill>
        <p:spPr>
          <a:xfrm>
            <a:off x="6606899" y="3066277"/>
            <a:ext cx="3923530" cy="357306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E4C782B7-964B-4EFE-143F-C4478B275977}"/>
            </a:ext>
          </a:extLst>
        </p:cNvPr>
        <p:cNvGrpSpPr/>
        <p:nvPr/>
      </p:nvGrpSpPr>
      <p:grpSpPr>
        <a:xfrm>
          <a:off x="0" y="0"/>
          <a:ext cx="0" cy="0"/>
          <a:chOff x="0" y="0"/>
          <a:chExt cx="0" cy="0"/>
        </a:xfrm>
      </p:grpSpPr>
      <p:sp>
        <p:nvSpPr>
          <p:cNvPr id="141" name="Google Shape;141;g2e41b6bb5fe_0_601">
            <a:extLst>
              <a:ext uri="{FF2B5EF4-FFF2-40B4-BE49-F238E27FC236}">
                <a16:creationId xmlns:a16="http://schemas.microsoft.com/office/drawing/2014/main" id="{4E53A884-AEF7-F2E0-BF5F-23FBF8420545}"/>
              </a:ext>
            </a:extLst>
          </p:cNvPr>
          <p:cNvSpPr txBox="1">
            <a:spLocks noGrp="1"/>
          </p:cNvSpPr>
          <p:nvPr>
            <p:ph type="title"/>
          </p:nvPr>
        </p:nvSpPr>
        <p:spPr>
          <a:xfrm>
            <a:off x="1117966" y="760678"/>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a:t>Interface </a:t>
            </a:r>
            <a:r>
              <a:rPr lang="es-CO" dirty="0" err="1"/>
              <a:t>Segregation</a:t>
            </a:r>
            <a:r>
              <a:rPr lang="es-CO" dirty="0"/>
              <a:t> </a:t>
            </a:r>
            <a:r>
              <a:rPr lang="es-CO" dirty="0" err="1"/>
              <a:t>Principle</a:t>
            </a:r>
            <a:endParaRPr dirty="0"/>
          </a:p>
        </p:txBody>
      </p:sp>
      <p:sp>
        <p:nvSpPr>
          <p:cNvPr id="142" name="Google Shape;142;g2e41b6bb5fe_0_601">
            <a:extLst>
              <a:ext uri="{FF2B5EF4-FFF2-40B4-BE49-F238E27FC236}">
                <a16:creationId xmlns:a16="http://schemas.microsoft.com/office/drawing/2014/main" id="{29F75958-682D-49FC-EB65-A0E3C1BEE1E7}"/>
              </a:ext>
            </a:extLst>
          </p:cNvPr>
          <p:cNvSpPr txBox="1">
            <a:spLocks noGrp="1"/>
          </p:cNvSpPr>
          <p:nvPr>
            <p:ph type="body" idx="1"/>
          </p:nvPr>
        </p:nvSpPr>
        <p:spPr>
          <a:xfrm>
            <a:off x="1117966" y="1875048"/>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No se debe forzar a los clientes a depender de métodos que no utilizan.</a:t>
            </a:r>
          </a:p>
          <a:p>
            <a:pPr marL="0" lvl="0" indent="0" algn="just" rtl="0">
              <a:spcBef>
                <a:spcPts val="0"/>
              </a:spcBef>
              <a:spcAft>
                <a:spcPts val="1600"/>
              </a:spcAft>
              <a:buNone/>
            </a:pPr>
            <a:r>
              <a:rPr lang="es-CO" dirty="0"/>
              <a:t>Intenta que tus interfaces sean lo suficientemente estrechas para que las clases del cliente no tengan que implementar comportamientos que no necesitan.</a:t>
            </a:r>
          </a:p>
        </p:txBody>
      </p:sp>
      <p:pic>
        <p:nvPicPr>
          <p:cNvPr id="4" name="Picture 3">
            <a:extLst>
              <a:ext uri="{FF2B5EF4-FFF2-40B4-BE49-F238E27FC236}">
                <a16:creationId xmlns:a16="http://schemas.microsoft.com/office/drawing/2014/main" id="{D987A5D6-E9BD-583C-2FFA-336135D7008C}"/>
              </a:ext>
            </a:extLst>
          </p:cNvPr>
          <p:cNvPicPr>
            <a:picLocks noChangeAspect="1"/>
          </p:cNvPicPr>
          <p:nvPr/>
        </p:nvPicPr>
        <p:blipFill>
          <a:blip r:embed="rId3"/>
          <a:stretch>
            <a:fillRect/>
          </a:stretch>
        </p:blipFill>
        <p:spPr>
          <a:xfrm>
            <a:off x="5914891" y="523461"/>
            <a:ext cx="5044897" cy="5983357"/>
          </a:xfrm>
          <a:prstGeom prst="rect">
            <a:avLst/>
          </a:prstGeom>
        </p:spPr>
      </p:pic>
    </p:spTree>
    <p:extLst>
      <p:ext uri="{BB962C8B-B14F-4D97-AF65-F5344CB8AC3E}">
        <p14:creationId xmlns:p14="http://schemas.microsoft.com/office/powerpoint/2010/main" val="2543335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2e41b6bb5fe_0_610"/>
          <p:cNvSpPr txBox="1">
            <a:spLocks noGrp="1"/>
          </p:cNvSpPr>
          <p:nvPr>
            <p:ph type="title"/>
          </p:nvPr>
        </p:nvSpPr>
        <p:spPr>
          <a:xfrm>
            <a:off x="1151096" y="734174"/>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err="1"/>
              <a:t>Dependency</a:t>
            </a:r>
            <a:r>
              <a:rPr lang="es-CO" dirty="0"/>
              <a:t> </a:t>
            </a:r>
            <a:r>
              <a:rPr lang="es-CO" dirty="0" err="1"/>
              <a:t>Inversion</a:t>
            </a:r>
            <a:r>
              <a:rPr lang="es-CO" dirty="0"/>
              <a:t> </a:t>
            </a:r>
            <a:r>
              <a:rPr lang="es-CO" dirty="0" err="1"/>
              <a:t>Principle</a:t>
            </a:r>
            <a:endParaRPr dirty="0"/>
          </a:p>
        </p:txBody>
      </p:sp>
      <p:sp>
        <p:nvSpPr>
          <p:cNvPr id="150" name="Google Shape;150;g2e41b6bb5fe_0_610"/>
          <p:cNvSpPr txBox="1">
            <a:spLocks noGrp="1"/>
          </p:cNvSpPr>
          <p:nvPr>
            <p:ph type="body" idx="1"/>
          </p:nvPr>
        </p:nvSpPr>
        <p:spPr>
          <a:xfrm>
            <a:off x="1151096" y="1848544"/>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Las clases de alto nivel no deben depender de clases de bajo nivel. Ambas deben depender de abstracciones. Las abstracciones no deben depender de detalles. Los detalles deben depender de abstracciones.</a:t>
            </a:r>
            <a:endParaRPr dirty="0"/>
          </a:p>
        </p:txBody>
      </p:sp>
      <p:pic>
        <p:nvPicPr>
          <p:cNvPr id="3" name="Picture 2">
            <a:extLst>
              <a:ext uri="{FF2B5EF4-FFF2-40B4-BE49-F238E27FC236}">
                <a16:creationId xmlns:a16="http://schemas.microsoft.com/office/drawing/2014/main" id="{65BC42EF-3E14-4AC3-9750-AD55222E7055}"/>
              </a:ext>
            </a:extLst>
          </p:cNvPr>
          <p:cNvPicPr>
            <a:picLocks noChangeAspect="1"/>
          </p:cNvPicPr>
          <p:nvPr/>
        </p:nvPicPr>
        <p:blipFill>
          <a:blip r:embed="rId3"/>
          <a:stretch>
            <a:fillRect/>
          </a:stretch>
        </p:blipFill>
        <p:spPr>
          <a:xfrm>
            <a:off x="6096000" y="734174"/>
            <a:ext cx="5042589" cy="1364205"/>
          </a:xfrm>
          <a:prstGeom prst="rect">
            <a:avLst/>
          </a:prstGeom>
        </p:spPr>
      </p:pic>
      <p:pic>
        <p:nvPicPr>
          <p:cNvPr id="5" name="Picture 4">
            <a:extLst>
              <a:ext uri="{FF2B5EF4-FFF2-40B4-BE49-F238E27FC236}">
                <a16:creationId xmlns:a16="http://schemas.microsoft.com/office/drawing/2014/main" id="{D64BC8C1-DA3A-7C01-83E3-90C88D2E3EB4}"/>
              </a:ext>
            </a:extLst>
          </p:cNvPr>
          <p:cNvPicPr>
            <a:picLocks noChangeAspect="1"/>
          </p:cNvPicPr>
          <p:nvPr/>
        </p:nvPicPr>
        <p:blipFill>
          <a:blip r:embed="rId4"/>
          <a:stretch>
            <a:fillRect/>
          </a:stretch>
        </p:blipFill>
        <p:spPr>
          <a:xfrm>
            <a:off x="6095999" y="2165537"/>
            <a:ext cx="5036333" cy="376481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C4658CF9-281A-DE23-DC51-59A24CD0017D}"/>
            </a:ext>
          </a:extLst>
        </p:cNvPr>
        <p:cNvGrpSpPr/>
        <p:nvPr/>
      </p:nvGrpSpPr>
      <p:grpSpPr>
        <a:xfrm>
          <a:off x="0" y="0"/>
          <a:ext cx="0" cy="0"/>
          <a:chOff x="0" y="0"/>
          <a:chExt cx="0" cy="0"/>
        </a:xfrm>
      </p:grpSpPr>
      <p:sp>
        <p:nvSpPr>
          <p:cNvPr id="149" name="Google Shape;149;g2e41b6bb5fe_0_610">
            <a:extLst>
              <a:ext uri="{FF2B5EF4-FFF2-40B4-BE49-F238E27FC236}">
                <a16:creationId xmlns:a16="http://schemas.microsoft.com/office/drawing/2014/main" id="{C851B2BC-F9B0-9693-600D-DA9B02C27AC7}"/>
              </a:ext>
            </a:extLst>
          </p:cNvPr>
          <p:cNvSpPr txBox="1">
            <a:spLocks noGrp="1"/>
          </p:cNvSpPr>
          <p:nvPr>
            <p:ph type="title"/>
          </p:nvPr>
        </p:nvSpPr>
        <p:spPr>
          <a:xfrm>
            <a:off x="1151096" y="734174"/>
            <a:ext cx="3744000" cy="1007700"/>
          </a:xfrm>
          <a:prstGeom prst="rect">
            <a:avLst/>
          </a:prstGeom>
        </p:spPr>
        <p:txBody>
          <a:bodyPr spcFirstLastPara="1" wrap="square" lIns="121900" tIns="121900" rIns="121900" bIns="121900" anchor="b" anchorCtr="0">
            <a:normAutofit fontScale="90000"/>
          </a:bodyPr>
          <a:lstStyle/>
          <a:p>
            <a:pPr marL="0" lvl="0" indent="0" algn="l" rtl="0">
              <a:spcBef>
                <a:spcPts val="0"/>
              </a:spcBef>
              <a:spcAft>
                <a:spcPts val="0"/>
              </a:spcAft>
              <a:buNone/>
            </a:pPr>
            <a:r>
              <a:rPr lang="es-CO" dirty="0" err="1"/>
              <a:t>Dependency</a:t>
            </a:r>
            <a:r>
              <a:rPr lang="es-CO" dirty="0"/>
              <a:t> </a:t>
            </a:r>
            <a:r>
              <a:rPr lang="es-CO" dirty="0" err="1"/>
              <a:t>Inversion</a:t>
            </a:r>
            <a:r>
              <a:rPr lang="es-CO" dirty="0"/>
              <a:t> </a:t>
            </a:r>
            <a:r>
              <a:rPr lang="es-CO" dirty="0" err="1"/>
              <a:t>Principle</a:t>
            </a:r>
            <a:endParaRPr dirty="0"/>
          </a:p>
        </p:txBody>
      </p:sp>
      <p:sp>
        <p:nvSpPr>
          <p:cNvPr id="150" name="Google Shape;150;g2e41b6bb5fe_0_610">
            <a:extLst>
              <a:ext uri="{FF2B5EF4-FFF2-40B4-BE49-F238E27FC236}">
                <a16:creationId xmlns:a16="http://schemas.microsoft.com/office/drawing/2014/main" id="{2677769C-8E6D-131A-3B09-750EA7970FBA}"/>
              </a:ext>
            </a:extLst>
          </p:cNvPr>
          <p:cNvSpPr txBox="1">
            <a:spLocks noGrp="1"/>
          </p:cNvSpPr>
          <p:nvPr>
            <p:ph type="body" idx="1"/>
          </p:nvPr>
        </p:nvSpPr>
        <p:spPr>
          <a:xfrm>
            <a:off x="1151096" y="1848544"/>
            <a:ext cx="3744000" cy="4239300"/>
          </a:xfrm>
          <a:prstGeom prst="rect">
            <a:avLst/>
          </a:prstGeom>
        </p:spPr>
        <p:txBody>
          <a:bodyPr spcFirstLastPara="1" wrap="square" lIns="121900" tIns="121900" rIns="121900" bIns="121900" anchor="t" anchorCtr="0">
            <a:normAutofit/>
          </a:bodyPr>
          <a:lstStyle/>
          <a:p>
            <a:pPr marL="0" lvl="0" indent="0" algn="just" rtl="0">
              <a:spcBef>
                <a:spcPts val="0"/>
              </a:spcBef>
              <a:spcAft>
                <a:spcPts val="1600"/>
              </a:spcAft>
              <a:buNone/>
            </a:pPr>
            <a:r>
              <a:rPr lang="es-CO" dirty="0"/>
              <a:t>Las clases de alto nivel no deben depender de clases de bajo nivel. Ambas deben depender de abstracciones. Las abstracciones no deben depender de detalles. Los detalles deben depender de abstracciones.</a:t>
            </a:r>
            <a:endParaRPr dirty="0"/>
          </a:p>
        </p:txBody>
      </p:sp>
      <p:pic>
        <p:nvPicPr>
          <p:cNvPr id="4" name="Picture 3">
            <a:extLst>
              <a:ext uri="{FF2B5EF4-FFF2-40B4-BE49-F238E27FC236}">
                <a16:creationId xmlns:a16="http://schemas.microsoft.com/office/drawing/2014/main" id="{4F48CC77-C223-8BA4-FD19-3BD8E6AFEE4B}"/>
              </a:ext>
            </a:extLst>
          </p:cNvPr>
          <p:cNvPicPr>
            <a:picLocks noChangeAspect="1"/>
          </p:cNvPicPr>
          <p:nvPr/>
        </p:nvPicPr>
        <p:blipFill>
          <a:blip r:embed="rId3"/>
          <a:stretch>
            <a:fillRect/>
          </a:stretch>
        </p:blipFill>
        <p:spPr>
          <a:xfrm>
            <a:off x="6096000" y="882348"/>
            <a:ext cx="5313431" cy="1719051"/>
          </a:xfrm>
          <a:prstGeom prst="rect">
            <a:avLst/>
          </a:prstGeom>
        </p:spPr>
      </p:pic>
      <p:pic>
        <p:nvPicPr>
          <p:cNvPr id="7" name="Picture 6">
            <a:extLst>
              <a:ext uri="{FF2B5EF4-FFF2-40B4-BE49-F238E27FC236}">
                <a16:creationId xmlns:a16="http://schemas.microsoft.com/office/drawing/2014/main" id="{99F35412-F022-CB61-E69E-9886A76BFFD3}"/>
              </a:ext>
            </a:extLst>
          </p:cNvPr>
          <p:cNvPicPr>
            <a:picLocks noChangeAspect="1"/>
          </p:cNvPicPr>
          <p:nvPr/>
        </p:nvPicPr>
        <p:blipFill>
          <a:blip r:embed="rId4"/>
          <a:stretch>
            <a:fillRect/>
          </a:stretch>
        </p:blipFill>
        <p:spPr>
          <a:xfrm>
            <a:off x="7141160" y="2709114"/>
            <a:ext cx="3526840" cy="3805388"/>
          </a:xfrm>
          <a:prstGeom prst="rect">
            <a:avLst/>
          </a:prstGeom>
        </p:spPr>
      </p:pic>
    </p:spTree>
    <p:extLst>
      <p:ext uri="{BB962C8B-B14F-4D97-AF65-F5344CB8AC3E}">
        <p14:creationId xmlns:p14="http://schemas.microsoft.com/office/powerpoint/2010/main" val="1670396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e419d0e8f5_0_207"/>
          <p:cNvSpPr txBox="1">
            <a:spLocks noGrp="1"/>
          </p:cNvSpPr>
          <p:nvPr>
            <p:ph type="title"/>
          </p:nvPr>
        </p:nvSpPr>
        <p:spPr>
          <a:xfrm>
            <a:off x="415600" y="521800"/>
            <a:ext cx="11360700" cy="834900"/>
          </a:xfrm>
          <a:prstGeom prst="rect">
            <a:avLst/>
          </a:prstGeom>
          <a:noFill/>
          <a:ln>
            <a:noFill/>
          </a:ln>
        </p:spPr>
        <p:txBody>
          <a:bodyPr spcFirstLastPara="1" wrap="square" lIns="121900" tIns="121900" rIns="121900" bIns="121900" anchor="b" anchorCtr="0">
            <a:normAutofit fontScale="90000"/>
          </a:bodyPr>
          <a:lstStyle/>
          <a:p>
            <a:pPr marL="0" lvl="0" indent="0" algn="l" rtl="0">
              <a:lnSpc>
                <a:spcPct val="100000"/>
              </a:lnSpc>
              <a:spcBef>
                <a:spcPts val="0"/>
              </a:spcBef>
              <a:spcAft>
                <a:spcPts val="0"/>
              </a:spcAft>
              <a:buSzPct val="93023"/>
              <a:buNone/>
            </a:pPr>
            <a:r>
              <a:rPr lang="es-CO"/>
              <a:t>Referencias</a:t>
            </a:r>
            <a:endParaRPr/>
          </a:p>
        </p:txBody>
      </p:sp>
      <p:sp>
        <p:nvSpPr>
          <p:cNvPr id="158" name="Google Shape;158;g2e419d0e8f5_0_207"/>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p>
            <a:pPr marL="457200" lvl="0" indent="-381000" algn="l" rtl="0">
              <a:lnSpc>
                <a:spcPct val="115000"/>
              </a:lnSpc>
              <a:spcBef>
                <a:spcPts val="0"/>
              </a:spcBef>
              <a:spcAft>
                <a:spcPts val="0"/>
              </a:spcAft>
              <a:buSzPts val="2400"/>
              <a:buChar char="●"/>
            </a:pPr>
            <a:r>
              <a:rPr lang="es-CO"/>
              <a:t>Shvets, A (2023). Sumérgete en los Patrones de diseño. Refactoring.Guru. </a:t>
            </a:r>
            <a:endParaRPr/>
          </a:p>
        </p:txBody>
      </p:sp>
    </p:spTree>
  </p:cSld>
  <p:clrMapOvr>
    <a:masterClrMapping/>
  </p:clrMapOvr>
</p:sld>
</file>

<file path=ppt/theme/theme1.xml><?xml version="1.0" encoding="utf-8"?>
<a:theme xmlns:a="http://schemas.openxmlformats.org/drawingml/2006/main"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1027</Words>
  <Application>Microsoft Office PowerPoint</Application>
  <PresentationFormat>Widescreen</PresentationFormat>
  <Paragraphs>73</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Playfair Display</vt:lpstr>
      <vt:lpstr>Arial</vt:lpstr>
      <vt:lpstr>Play</vt:lpstr>
      <vt:lpstr>Lato</vt:lpstr>
      <vt:lpstr>Coral</vt:lpstr>
      <vt:lpstr> Fundamentos de POO  SOLID</vt:lpstr>
      <vt:lpstr>Clases y Objetos</vt:lpstr>
      <vt:lpstr>Pilares de POO</vt:lpstr>
      <vt:lpstr>Abstracción</vt:lpstr>
      <vt:lpstr>Encapsulación</vt:lpstr>
      <vt:lpstr>Herencia</vt:lpstr>
      <vt:lpstr>Herencia</vt:lpstr>
      <vt:lpstr>Herencia VS Interfaz </vt:lpstr>
      <vt:lpstr>Herencia VS Interfaz </vt:lpstr>
      <vt:lpstr>Polimorfismo</vt:lpstr>
      <vt:lpstr>Relaciones</vt:lpstr>
      <vt:lpstr>Relaciones</vt:lpstr>
      <vt:lpstr>Relaciones</vt:lpstr>
      <vt:lpstr>Características del buen diseño</vt:lpstr>
      <vt:lpstr>SOLID</vt:lpstr>
      <vt:lpstr>Single Responsibility Principle</vt:lpstr>
      <vt:lpstr>Open/Closed Principle</vt:lpstr>
      <vt:lpstr>Open/Closed Principle</vt:lpstr>
      <vt:lpstr>Liskov Substitution Principle</vt:lpstr>
      <vt:lpstr>Liskov Substitution Principle</vt:lpstr>
      <vt:lpstr>Interface Segregation Principle</vt:lpstr>
      <vt:lpstr>Interface Segregation Principle</vt:lpstr>
      <vt:lpstr>Dependency Inversion Principle</vt:lpstr>
      <vt:lpstr>Dependency Inversion Principle</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SEBASTIAN CAMILO VANEGAS AYALA</dc:creator>
  <cp:lastModifiedBy>Norbey Muñoz</cp:lastModifiedBy>
  <cp:revision>1</cp:revision>
  <dcterms:created xsi:type="dcterms:W3CDTF">2025-03-12T13:25:14Z</dcterms:created>
  <dcterms:modified xsi:type="dcterms:W3CDTF">2026-09-01T13:30:18Z</dcterms:modified>
</cp:coreProperties>
</file>