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87" r:id="rId6"/>
    <p:sldId id="288" r:id="rId7"/>
    <p:sldId id="272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7" r:id="rId16"/>
    <p:sldId id="296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269" r:id="rId27"/>
  </p:sldIdLst>
  <p:sldSz cx="12192000" cy="6858000"/>
  <p:notesSz cx="6858000" cy="9144000"/>
  <p:embeddedFontLst>
    <p:embeddedFont>
      <p:font typeface="Lato" panose="020F0502020204030203" pitchFamily="34" charset="0"/>
      <p:regular r:id="rId29"/>
      <p:bold r:id="rId30"/>
    </p:embeddedFont>
    <p:embeddedFont>
      <p:font typeface="Playfair Display" panose="00000500000000000000" pitchFamily="2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O7G4JYlWhDc/IMUAAixAp2w42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33257B-4E83-4CAA-8BFB-220D8C90AE13}" v="1" dt="2026-09-29T12:59:31.086"/>
  </p1510:revLst>
</p1510:revInfo>
</file>

<file path=ppt/tableStyles.xml><?xml version="1.0" encoding="utf-8"?>
<a:tblStyleLst xmlns:a="http://schemas.openxmlformats.org/drawingml/2006/main" def="{48029A5F-B29F-42D9-BF25-8414E3904450}">
  <a:tblStyle styleId="{48029A5F-B29F-42D9-BF25-8414E39044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10-16T03:45:26.479" v="1252" actId="22"/>
      <pc:docMkLst>
        <pc:docMk/>
      </pc:docMkLst>
      <pc:sldChg chg="delSp modSp mod">
        <pc:chgData name="Norbey Muñoz" userId="b7e811e8891ccd42" providerId="LiveId" clId="{2482167B-ADD3-4E68-AB8B-ADE9CECE27D0}" dt="2026-09-29T12:50:44.243" v="1015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9-29T12:50:44.243" v="1015" actId="20577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9-29T12:52:42.383" v="1031" actId="22"/>
        <pc:sldMkLst>
          <pc:docMk/>
          <pc:sldMk cId="0" sldId="257"/>
        </pc:sldMkLst>
        <pc:spChg chg="mod">
          <ac:chgData name="Norbey Muñoz" userId="b7e811e8891ccd42" providerId="LiveId" clId="{2482167B-ADD3-4E68-AB8B-ADE9CECE27D0}" dt="2026-09-29T12:52:27.210" v="1029" actId="20577"/>
          <ac:spMkLst>
            <pc:docMk/>
            <pc:sldMk cId="0" sldId="257"/>
            <ac:spMk id="65" creationId="{00000000-0000-0000-0000-000000000000}"/>
          </ac:spMkLst>
        </pc:spChg>
        <pc:picChg chg="add">
          <ac:chgData name="Norbey Muñoz" userId="b7e811e8891ccd42" providerId="LiveId" clId="{2482167B-ADD3-4E68-AB8B-ADE9CECE27D0}" dt="2026-09-29T12:52:42.383" v="1031" actId="22"/>
          <ac:picMkLst>
            <pc:docMk/>
            <pc:sldMk cId="0" sldId="257"/>
            <ac:picMk id="4" creationId="{46A16322-F284-C376-B27E-CF62E39D2B34}"/>
          </ac:picMkLst>
        </pc:picChg>
      </pc:sldChg>
      <pc:sldChg chg="addSp delSp modSp add mod ord">
        <pc:chgData name="Norbey Muñoz" userId="b7e811e8891ccd42" providerId="LiveId" clId="{2482167B-ADD3-4E68-AB8B-ADE9CECE27D0}" dt="2026-09-29T12:54:27.351" v="1051" actId="22"/>
        <pc:sldMkLst>
          <pc:docMk/>
          <pc:sldMk cId="25977053" sldId="272"/>
        </pc:sldMkLst>
        <pc:spChg chg="mod">
          <ac:chgData name="Norbey Muñoz" userId="b7e811e8891ccd42" providerId="LiveId" clId="{2482167B-ADD3-4E68-AB8B-ADE9CECE27D0}" dt="2026-09-29T12:54:14.132" v="1049" actId="20577"/>
          <ac:spMkLst>
            <pc:docMk/>
            <pc:sldMk cId="25977053" sldId="272"/>
            <ac:spMk id="72" creationId="{3AC77E1B-B7C6-50EE-EEBB-C018E58CA41E}"/>
          </ac:spMkLst>
        </pc:spChg>
        <pc:picChg chg="add">
          <ac:chgData name="Norbey Muñoz" userId="b7e811e8891ccd42" providerId="LiveId" clId="{2482167B-ADD3-4E68-AB8B-ADE9CECE27D0}" dt="2026-09-29T12:54:27.351" v="1051" actId="22"/>
          <ac:picMkLst>
            <pc:docMk/>
            <pc:sldMk cId="25977053" sldId="272"/>
            <ac:picMk id="3" creationId="{E6D8A97C-3DE2-0D75-6C74-0841ADBFDBCA}"/>
          </ac:picMkLst>
        </pc:picChg>
      </pc:sldChg>
      <pc:sldChg chg="addSp delSp add mod">
        <pc:chgData name="Norbey Muñoz" userId="b7e811e8891ccd42" providerId="LiveId" clId="{2482167B-ADD3-4E68-AB8B-ADE9CECE27D0}" dt="2026-09-29T12:53:34.577" v="1035" actId="22"/>
        <pc:sldMkLst>
          <pc:docMk/>
          <pc:sldMk cId="3219682458" sldId="285"/>
        </pc:sldMkLst>
        <pc:picChg chg="add">
          <ac:chgData name="Norbey Muñoz" userId="b7e811e8891ccd42" providerId="LiveId" clId="{2482167B-ADD3-4E68-AB8B-ADE9CECE27D0}" dt="2026-09-29T12:53:34.577" v="1035" actId="22"/>
          <ac:picMkLst>
            <pc:docMk/>
            <pc:sldMk cId="3219682458" sldId="285"/>
            <ac:picMk id="3" creationId="{09C4A1BC-0512-2A1E-91D4-6ADEFFE59FAB}"/>
          </ac:picMkLst>
        </pc:picChg>
      </pc:sldChg>
      <pc:sldChg chg="addSp delSp add mod ord">
        <pc:chgData name="Norbey Muñoz" userId="b7e811e8891ccd42" providerId="LiveId" clId="{2482167B-ADD3-4E68-AB8B-ADE9CECE27D0}" dt="2026-09-29T17:19:17.654" v="1068" actId="22"/>
        <pc:sldMkLst>
          <pc:docMk/>
          <pc:sldMk cId="3111093613" sldId="286"/>
        </pc:sldMkLst>
        <pc:picChg chg="add">
          <ac:chgData name="Norbey Muñoz" userId="b7e811e8891ccd42" providerId="LiveId" clId="{2482167B-ADD3-4E68-AB8B-ADE9CECE27D0}" dt="2026-09-29T17:19:17.654" v="1068" actId="22"/>
          <ac:picMkLst>
            <pc:docMk/>
            <pc:sldMk cId="3111093613" sldId="286"/>
            <ac:picMk id="4" creationId="{9EF55887-A13E-70CA-1D50-5F0C880C2F68}"/>
          </ac:picMkLst>
        </pc:picChg>
      </pc:sldChg>
      <pc:sldChg chg="addSp delSp modSp add mod">
        <pc:chgData name="Norbey Muñoz" userId="b7e811e8891ccd42" providerId="LiveId" clId="{2482167B-ADD3-4E68-AB8B-ADE9CECE27D0}" dt="2026-09-29T17:20:45.137" v="1080" actId="20577"/>
        <pc:sldMkLst>
          <pc:docMk/>
          <pc:sldMk cId="3374943065" sldId="287"/>
        </pc:sldMkLst>
        <pc:spChg chg="mod">
          <ac:chgData name="Norbey Muñoz" userId="b7e811e8891ccd42" providerId="LiveId" clId="{2482167B-ADD3-4E68-AB8B-ADE9CECE27D0}" dt="2026-09-29T17:20:45.137" v="1080" actId="20577"/>
          <ac:spMkLst>
            <pc:docMk/>
            <pc:sldMk cId="3374943065" sldId="287"/>
            <ac:spMk id="72" creationId="{6F51436A-C38A-2D71-DC0F-2F7BF0701668}"/>
          </ac:spMkLst>
        </pc:spChg>
        <pc:picChg chg="add">
          <ac:chgData name="Norbey Muñoz" userId="b7e811e8891ccd42" providerId="LiveId" clId="{2482167B-ADD3-4E68-AB8B-ADE9CECE27D0}" dt="2026-09-29T17:20:39.869" v="1071" actId="22"/>
          <ac:picMkLst>
            <pc:docMk/>
            <pc:sldMk cId="3374943065" sldId="287"/>
            <ac:picMk id="3" creationId="{7751C5D4-9B5B-E936-A879-C81FA0C018E5}"/>
          </ac:picMkLst>
        </pc:picChg>
      </pc:sldChg>
      <pc:sldChg chg="addSp delSp modSp add mod">
        <pc:chgData name="Norbey Muñoz" userId="b7e811e8891ccd42" providerId="LiveId" clId="{2482167B-ADD3-4E68-AB8B-ADE9CECE27D0}" dt="2026-09-29T17:23:36.217" v="1089" actId="1076"/>
        <pc:sldMkLst>
          <pc:docMk/>
          <pc:sldMk cId="1362141497" sldId="288"/>
        </pc:sldMkLst>
        <pc:picChg chg="add mod">
          <ac:chgData name="Norbey Muñoz" userId="b7e811e8891ccd42" providerId="LiveId" clId="{2482167B-ADD3-4E68-AB8B-ADE9CECE27D0}" dt="2026-09-29T17:22:48.645" v="1084" actId="1076"/>
          <ac:picMkLst>
            <pc:docMk/>
            <pc:sldMk cId="1362141497" sldId="288"/>
            <ac:picMk id="4" creationId="{2B473087-508E-3ECE-9871-61F68B54AC3D}"/>
          </ac:picMkLst>
        </pc:picChg>
        <pc:picChg chg="add mod">
          <ac:chgData name="Norbey Muñoz" userId="b7e811e8891ccd42" providerId="LiveId" clId="{2482167B-ADD3-4E68-AB8B-ADE9CECE27D0}" dt="2026-09-29T17:23:30.900" v="1087" actId="1076"/>
          <ac:picMkLst>
            <pc:docMk/>
            <pc:sldMk cId="1362141497" sldId="288"/>
            <ac:picMk id="6" creationId="{5167AD31-38EB-D14D-8860-A62D14CD647F}"/>
          </ac:picMkLst>
        </pc:picChg>
        <pc:picChg chg="add mod">
          <ac:chgData name="Norbey Muñoz" userId="b7e811e8891ccd42" providerId="LiveId" clId="{2482167B-ADD3-4E68-AB8B-ADE9CECE27D0}" dt="2026-09-29T17:23:36.217" v="1089" actId="1076"/>
          <ac:picMkLst>
            <pc:docMk/>
            <pc:sldMk cId="1362141497" sldId="288"/>
            <ac:picMk id="8" creationId="{3ECD8DB2-88E3-9F86-D6A4-B5037B766CF5}"/>
          </ac:picMkLst>
        </pc:picChg>
      </pc:sldChg>
      <pc:sldChg chg="addSp delSp modSp add mod">
        <pc:chgData name="Norbey Muñoz" userId="b7e811e8891ccd42" providerId="LiveId" clId="{2482167B-ADD3-4E68-AB8B-ADE9CECE27D0}" dt="2026-09-29T17:34:30.074" v="1108" actId="20577"/>
        <pc:sldMkLst>
          <pc:docMk/>
          <pc:sldMk cId="3155727260" sldId="289"/>
        </pc:sldMkLst>
        <pc:spChg chg="mod">
          <ac:chgData name="Norbey Muñoz" userId="b7e811e8891ccd42" providerId="LiveId" clId="{2482167B-ADD3-4E68-AB8B-ADE9CECE27D0}" dt="2026-09-29T17:34:30.074" v="1108" actId="20577"/>
          <ac:spMkLst>
            <pc:docMk/>
            <pc:sldMk cId="3155727260" sldId="289"/>
            <ac:spMk id="72" creationId="{4BA5878D-677D-589A-D3D7-9529CEDCB9CB}"/>
          </ac:spMkLst>
        </pc:spChg>
        <pc:picChg chg="add mod">
          <ac:chgData name="Norbey Muñoz" userId="b7e811e8891ccd42" providerId="LiveId" clId="{2482167B-ADD3-4E68-AB8B-ADE9CECE27D0}" dt="2026-09-29T17:34:25.886" v="1094" actId="1076"/>
          <ac:picMkLst>
            <pc:docMk/>
            <pc:sldMk cId="3155727260" sldId="289"/>
            <ac:picMk id="4" creationId="{C7DA7CC8-50A6-142A-13C5-BFABE3F2AB82}"/>
          </ac:picMkLst>
        </pc:picChg>
      </pc:sldChg>
      <pc:sldChg chg="addSp delSp modSp add mod">
        <pc:chgData name="Norbey Muñoz" userId="b7e811e8891ccd42" providerId="LiveId" clId="{2482167B-ADD3-4E68-AB8B-ADE9CECE27D0}" dt="2026-09-29T17:36:06.896" v="1112" actId="1076"/>
        <pc:sldMkLst>
          <pc:docMk/>
          <pc:sldMk cId="1884508007" sldId="290"/>
        </pc:sldMkLst>
        <pc:picChg chg="add mod">
          <ac:chgData name="Norbey Muñoz" userId="b7e811e8891ccd42" providerId="LiveId" clId="{2482167B-ADD3-4E68-AB8B-ADE9CECE27D0}" dt="2026-09-29T17:36:06.896" v="1112" actId="1076"/>
          <ac:picMkLst>
            <pc:docMk/>
            <pc:sldMk cId="1884508007" sldId="290"/>
            <ac:picMk id="3" creationId="{CBEF9113-39E6-125D-59FE-2578BA7B00EB}"/>
          </ac:picMkLst>
        </pc:picChg>
      </pc:sldChg>
      <pc:sldChg chg="addSp delSp add mod ord">
        <pc:chgData name="Norbey Muñoz" userId="b7e811e8891ccd42" providerId="LiveId" clId="{2482167B-ADD3-4E68-AB8B-ADE9CECE27D0}" dt="2026-09-29T17:52:16.166" v="1117" actId="22"/>
        <pc:sldMkLst>
          <pc:docMk/>
          <pc:sldMk cId="654999560" sldId="291"/>
        </pc:sldMkLst>
        <pc:picChg chg="add">
          <ac:chgData name="Norbey Muñoz" userId="b7e811e8891ccd42" providerId="LiveId" clId="{2482167B-ADD3-4E68-AB8B-ADE9CECE27D0}" dt="2026-09-29T17:52:16.166" v="1117" actId="22"/>
          <ac:picMkLst>
            <pc:docMk/>
            <pc:sldMk cId="654999560" sldId="291"/>
            <ac:picMk id="4" creationId="{9882442B-A5E9-23D7-ED97-6FBD6B9129D4}"/>
          </ac:picMkLst>
        </pc:picChg>
      </pc:sldChg>
      <pc:sldChg chg="addSp delSp modSp add mod ord">
        <pc:chgData name="Norbey Muñoz" userId="b7e811e8891ccd42" providerId="LiveId" clId="{2482167B-ADD3-4E68-AB8B-ADE9CECE27D0}" dt="2026-09-29T17:53:06.120" v="1144" actId="1076"/>
        <pc:sldMkLst>
          <pc:docMk/>
          <pc:sldMk cId="73813234" sldId="292"/>
        </pc:sldMkLst>
        <pc:spChg chg="mod">
          <ac:chgData name="Norbey Muñoz" userId="b7e811e8891ccd42" providerId="LiveId" clId="{2482167B-ADD3-4E68-AB8B-ADE9CECE27D0}" dt="2026-09-29T17:52:28.714" v="1140" actId="20577"/>
          <ac:spMkLst>
            <pc:docMk/>
            <pc:sldMk cId="73813234" sldId="292"/>
            <ac:spMk id="72" creationId="{CC611AA7-3C5F-AF32-BD82-CA77F9EC9BCF}"/>
          </ac:spMkLst>
        </pc:spChg>
        <pc:picChg chg="add mod">
          <ac:chgData name="Norbey Muñoz" userId="b7e811e8891ccd42" providerId="LiveId" clId="{2482167B-ADD3-4E68-AB8B-ADE9CECE27D0}" dt="2026-09-29T17:53:06.120" v="1144" actId="1076"/>
          <ac:picMkLst>
            <pc:docMk/>
            <pc:sldMk cId="73813234" sldId="292"/>
            <ac:picMk id="3" creationId="{24AB9BC8-312A-F3F1-26E8-C748657DFA51}"/>
          </ac:picMkLst>
        </pc:picChg>
      </pc:sldChg>
      <pc:sldChg chg="addSp delSp modSp add mod">
        <pc:chgData name="Norbey Muñoz" userId="b7e811e8891ccd42" providerId="LiveId" clId="{2482167B-ADD3-4E68-AB8B-ADE9CECE27D0}" dt="2026-09-29T17:54:07.457" v="1151" actId="1076"/>
        <pc:sldMkLst>
          <pc:docMk/>
          <pc:sldMk cId="1585709527" sldId="293"/>
        </pc:sldMkLst>
        <pc:picChg chg="add mod">
          <ac:chgData name="Norbey Muñoz" userId="b7e811e8891ccd42" providerId="LiveId" clId="{2482167B-ADD3-4E68-AB8B-ADE9CECE27D0}" dt="2026-09-29T17:53:32.441" v="1148" actId="1076"/>
          <ac:picMkLst>
            <pc:docMk/>
            <pc:sldMk cId="1585709527" sldId="293"/>
            <ac:picMk id="4" creationId="{45148337-1E11-E6B3-4592-969A35112D41}"/>
          </ac:picMkLst>
        </pc:picChg>
        <pc:picChg chg="add mod">
          <ac:chgData name="Norbey Muñoz" userId="b7e811e8891ccd42" providerId="LiveId" clId="{2482167B-ADD3-4E68-AB8B-ADE9CECE27D0}" dt="2026-09-29T17:54:07.457" v="1151" actId="1076"/>
          <ac:picMkLst>
            <pc:docMk/>
            <pc:sldMk cId="1585709527" sldId="293"/>
            <ac:picMk id="6" creationId="{99CD3601-C646-A991-2D94-BB52E87ED43C}"/>
          </ac:picMkLst>
        </pc:picChg>
      </pc:sldChg>
      <pc:sldChg chg="addSp delSp modSp add mod">
        <pc:chgData name="Norbey Muñoz" userId="b7e811e8891ccd42" providerId="LiveId" clId="{2482167B-ADD3-4E68-AB8B-ADE9CECE27D0}" dt="2026-09-29T17:55:39.029" v="1158" actId="1076"/>
        <pc:sldMkLst>
          <pc:docMk/>
          <pc:sldMk cId="1365456118" sldId="294"/>
        </pc:sldMkLst>
        <pc:picChg chg="add mod">
          <ac:chgData name="Norbey Muñoz" userId="b7e811e8891ccd42" providerId="LiveId" clId="{2482167B-ADD3-4E68-AB8B-ADE9CECE27D0}" dt="2026-09-29T17:55:00.832" v="1156" actId="1076"/>
          <ac:picMkLst>
            <pc:docMk/>
            <pc:sldMk cId="1365456118" sldId="294"/>
            <ac:picMk id="3" creationId="{FEEC0C49-A1FC-F58A-D8C2-AF228B1C8CF4}"/>
          </ac:picMkLst>
        </pc:picChg>
        <pc:picChg chg="add mod">
          <ac:chgData name="Norbey Muñoz" userId="b7e811e8891ccd42" providerId="LiveId" clId="{2482167B-ADD3-4E68-AB8B-ADE9CECE27D0}" dt="2026-09-29T17:55:39.029" v="1158" actId="1076"/>
          <ac:picMkLst>
            <pc:docMk/>
            <pc:sldMk cId="1365456118" sldId="294"/>
            <ac:picMk id="7" creationId="{4DF7C6CF-C7B9-F462-D9D5-14F1AA5FA631}"/>
          </ac:picMkLst>
        </pc:picChg>
      </pc:sldChg>
      <pc:sldChg chg="addSp delSp modSp add mod">
        <pc:chgData name="Norbey Muñoz" userId="b7e811e8891ccd42" providerId="LiveId" clId="{2482167B-ADD3-4E68-AB8B-ADE9CECE27D0}" dt="2026-09-29T18:01:39.226" v="1173" actId="14100"/>
        <pc:sldMkLst>
          <pc:docMk/>
          <pc:sldMk cId="162535939" sldId="295"/>
        </pc:sldMkLst>
        <pc:picChg chg="add mod">
          <ac:chgData name="Norbey Muñoz" userId="b7e811e8891ccd42" providerId="LiveId" clId="{2482167B-ADD3-4E68-AB8B-ADE9CECE27D0}" dt="2026-09-29T18:01:39.226" v="1173" actId="14100"/>
          <ac:picMkLst>
            <pc:docMk/>
            <pc:sldMk cId="162535939" sldId="295"/>
            <ac:picMk id="4" creationId="{A5329E7E-63BB-CDFF-944C-83ADF4946FD9}"/>
          </ac:picMkLst>
        </pc:picChg>
        <pc:picChg chg="add mod">
          <ac:chgData name="Norbey Muñoz" userId="b7e811e8891ccd42" providerId="LiveId" clId="{2482167B-ADD3-4E68-AB8B-ADE9CECE27D0}" dt="2026-09-29T18:01:31.271" v="1171" actId="1076"/>
          <ac:picMkLst>
            <pc:docMk/>
            <pc:sldMk cId="162535939" sldId="295"/>
            <ac:picMk id="6" creationId="{96220BF3-71D6-F2A3-BE8D-23D47185514A}"/>
          </ac:picMkLst>
        </pc:picChg>
      </pc:sldChg>
      <pc:sldChg chg="addSp delSp modSp add mod">
        <pc:chgData name="Norbey Muñoz" userId="b7e811e8891ccd42" providerId="LiveId" clId="{2482167B-ADD3-4E68-AB8B-ADE9CECE27D0}" dt="2026-10-02T18:09:21.560" v="1189" actId="22"/>
        <pc:sldMkLst>
          <pc:docMk/>
          <pc:sldMk cId="3102032336" sldId="296"/>
        </pc:sldMkLst>
        <pc:spChg chg="mod">
          <ac:chgData name="Norbey Muñoz" userId="b7e811e8891ccd42" providerId="LiveId" clId="{2482167B-ADD3-4E68-AB8B-ADE9CECE27D0}" dt="2026-10-02T18:08:33.338" v="1186" actId="20577"/>
          <ac:spMkLst>
            <pc:docMk/>
            <pc:sldMk cId="3102032336" sldId="296"/>
            <ac:spMk id="72" creationId="{D4F87050-6135-3157-F56A-BE477E39808C}"/>
          </ac:spMkLst>
        </pc:spChg>
        <pc:picChg chg="add">
          <ac:chgData name="Norbey Muñoz" userId="b7e811e8891ccd42" providerId="LiveId" clId="{2482167B-ADD3-4E68-AB8B-ADE9CECE27D0}" dt="2026-10-02T18:09:21.560" v="1189" actId="22"/>
          <ac:picMkLst>
            <pc:docMk/>
            <pc:sldMk cId="3102032336" sldId="296"/>
            <ac:picMk id="3" creationId="{93FB79F0-B417-42B9-2C15-85F0D2326C91}"/>
          </ac:picMkLst>
        </pc:picChg>
      </pc:sldChg>
      <pc:sldChg chg="addSp delSp add mod ord">
        <pc:chgData name="Norbey Muñoz" userId="b7e811e8891ccd42" providerId="LiveId" clId="{2482167B-ADD3-4E68-AB8B-ADE9CECE27D0}" dt="2026-10-02T18:08:19.328" v="1179" actId="22"/>
        <pc:sldMkLst>
          <pc:docMk/>
          <pc:sldMk cId="1052312189" sldId="297"/>
        </pc:sldMkLst>
        <pc:picChg chg="add">
          <ac:chgData name="Norbey Muñoz" userId="b7e811e8891ccd42" providerId="LiveId" clId="{2482167B-ADD3-4E68-AB8B-ADE9CECE27D0}" dt="2026-10-02T18:08:19.328" v="1179" actId="22"/>
          <ac:picMkLst>
            <pc:docMk/>
            <pc:sldMk cId="1052312189" sldId="297"/>
            <ac:picMk id="3" creationId="{33A3EDEE-D6EA-B3FB-EEE4-4EF2890D8420}"/>
          </ac:picMkLst>
        </pc:picChg>
      </pc:sldChg>
      <pc:sldChg chg="addSp delSp add mod">
        <pc:chgData name="Norbey Muñoz" userId="b7e811e8891ccd42" providerId="LiveId" clId="{2482167B-ADD3-4E68-AB8B-ADE9CECE27D0}" dt="2026-10-02T18:10:14.020" v="1192" actId="22"/>
        <pc:sldMkLst>
          <pc:docMk/>
          <pc:sldMk cId="3225829565" sldId="298"/>
        </pc:sldMkLst>
        <pc:picChg chg="add">
          <ac:chgData name="Norbey Muñoz" userId="b7e811e8891ccd42" providerId="LiveId" clId="{2482167B-ADD3-4E68-AB8B-ADE9CECE27D0}" dt="2026-10-02T18:10:14.020" v="1192" actId="22"/>
          <ac:picMkLst>
            <pc:docMk/>
            <pc:sldMk cId="3225829565" sldId="298"/>
            <ac:picMk id="4" creationId="{DE870AA3-0A9E-AF21-AE92-C8C86B6DA3E5}"/>
          </ac:picMkLst>
        </pc:picChg>
      </pc:sldChg>
      <pc:sldChg chg="addSp delSp modSp add mod">
        <pc:chgData name="Norbey Muñoz" userId="b7e811e8891ccd42" providerId="LiveId" clId="{2482167B-ADD3-4E68-AB8B-ADE9CECE27D0}" dt="2026-10-02T18:10:56.350" v="1199" actId="1076"/>
        <pc:sldMkLst>
          <pc:docMk/>
          <pc:sldMk cId="2032236627" sldId="299"/>
        </pc:sldMkLst>
        <pc:picChg chg="add mod">
          <ac:chgData name="Norbey Muñoz" userId="b7e811e8891ccd42" providerId="LiveId" clId="{2482167B-ADD3-4E68-AB8B-ADE9CECE27D0}" dt="2026-10-02T18:10:34.217" v="1196" actId="1076"/>
          <ac:picMkLst>
            <pc:docMk/>
            <pc:sldMk cId="2032236627" sldId="299"/>
            <ac:picMk id="3" creationId="{813D0C56-E79A-9D9A-4D7A-7230A3574A4F}"/>
          </ac:picMkLst>
        </pc:picChg>
        <pc:picChg chg="add mod">
          <ac:chgData name="Norbey Muñoz" userId="b7e811e8891ccd42" providerId="LiveId" clId="{2482167B-ADD3-4E68-AB8B-ADE9CECE27D0}" dt="2026-10-02T18:10:56.350" v="1199" actId="1076"/>
          <ac:picMkLst>
            <pc:docMk/>
            <pc:sldMk cId="2032236627" sldId="299"/>
            <ac:picMk id="6" creationId="{833164AE-745A-3974-CB51-D67A1F98B3DC}"/>
          </ac:picMkLst>
        </pc:picChg>
      </pc:sldChg>
      <pc:sldChg chg="addSp delSp modSp add mod">
        <pc:chgData name="Norbey Muñoz" userId="b7e811e8891ccd42" providerId="LiveId" clId="{2482167B-ADD3-4E68-AB8B-ADE9CECE27D0}" dt="2026-10-02T18:11:56.662" v="1207" actId="1076"/>
        <pc:sldMkLst>
          <pc:docMk/>
          <pc:sldMk cId="47484887" sldId="300"/>
        </pc:sldMkLst>
        <pc:picChg chg="add mod">
          <ac:chgData name="Norbey Muñoz" userId="b7e811e8891ccd42" providerId="LiveId" clId="{2482167B-ADD3-4E68-AB8B-ADE9CECE27D0}" dt="2026-10-02T18:11:56.662" v="1207" actId="1076"/>
          <ac:picMkLst>
            <pc:docMk/>
            <pc:sldMk cId="47484887" sldId="300"/>
            <ac:picMk id="4" creationId="{A5167541-D9B8-9479-9066-A385093F1187}"/>
          </ac:picMkLst>
        </pc:picChg>
      </pc:sldChg>
      <pc:sldChg chg="addSp delSp modSp add mod">
        <pc:chgData name="Norbey Muñoz" userId="b7e811e8891ccd42" providerId="LiveId" clId="{2482167B-ADD3-4E68-AB8B-ADE9CECE27D0}" dt="2026-10-02T18:12:52.372" v="1226" actId="14100"/>
        <pc:sldMkLst>
          <pc:docMk/>
          <pc:sldMk cId="2548014991" sldId="301"/>
        </pc:sldMkLst>
        <pc:picChg chg="add mod">
          <ac:chgData name="Norbey Muñoz" userId="b7e811e8891ccd42" providerId="LiveId" clId="{2482167B-ADD3-4E68-AB8B-ADE9CECE27D0}" dt="2026-10-02T18:12:52.372" v="1226" actId="14100"/>
          <ac:picMkLst>
            <pc:docMk/>
            <pc:sldMk cId="2548014991" sldId="301"/>
            <ac:picMk id="3" creationId="{8FB07F64-5077-E41A-E43F-70D5B6E9F812}"/>
          </ac:picMkLst>
        </pc:picChg>
        <pc:picChg chg="add mod">
          <ac:chgData name="Norbey Muñoz" userId="b7e811e8891ccd42" providerId="LiveId" clId="{2482167B-ADD3-4E68-AB8B-ADE9CECE27D0}" dt="2026-10-02T18:12:48.633" v="1225" actId="14100"/>
          <ac:picMkLst>
            <pc:docMk/>
            <pc:sldMk cId="2548014991" sldId="301"/>
            <ac:picMk id="6" creationId="{0E52D8EF-8AD7-D826-BC50-A90D464C3843}"/>
          </ac:picMkLst>
        </pc:picChg>
      </pc:sldChg>
      <pc:sldChg chg="addSp delSp add mod ord">
        <pc:chgData name="Norbey Muñoz" userId="b7e811e8891ccd42" providerId="LiveId" clId="{2482167B-ADD3-4E68-AB8B-ADE9CECE27D0}" dt="2026-10-16T03:37:47.028" v="1231" actId="22"/>
        <pc:sldMkLst>
          <pc:docMk/>
          <pc:sldMk cId="2452981237" sldId="302"/>
        </pc:sldMkLst>
        <pc:picChg chg="del">
          <ac:chgData name="Norbey Muñoz" userId="b7e811e8891ccd42" providerId="LiveId" clId="{2482167B-ADD3-4E68-AB8B-ADE9CECE27D0}" dt="2026-10-16T03:37:22.340" v="1230" actId="478"/>
          <ac:picMkLst>
            <pc:docMk/>
            <pc:sldMk cId="2452981237" sldId="302"/>
            <ac:picMk id="3" creationId="{76FFEBEE-ABDA-49F0-C48C-32466EECEFC7}"/>
          </ac:picMkLst>
        </pc:picChg>
        <pc:picChg chg="add">
          <ac:chgData name="Norbey Muñoz" userId="b7e811e8891ccd42" providerId="LiveId" clId="{2482167B-ADD3-4E68-AB8B-ADE9CECE27D0}" dt="2026-10-16T03:37:47.028" v="1231" actId="22"/>
          <ac:picMkLst>
            <pc:docMk/>
            <pc:sldMk cId="2452981237" sldId="302"/>
            <ac:picMk id="4" creationId="{416255E9-54AC-D531-208F-657E6A86DD4A}"/>
          </ac:picMkLst>
        </pc:picChg>
      </pc:sldChg>
      <pc:sldChg chg="addSp delSp modSp add mod">
        <pc:chgData name="Norbey Muñoz" userId="b7e811e8891ccd42" providerId="LiveId" clId="{2482167B-ADD3-4E68-AB8B-ADE9CECE27D0}" dt="2026-10-16T03:42:59.216" v="1243" actId="22"/>
        <pc:sldMkLst>
          <pc:docMk/>
          <pc:sldMk cId="3675548026" sldId="303"/>
        </pc:sldMkLst>
        <pc:spChg chg="mod">
          <ac:chgData name="Norbey Muñoz" userId="b7e811e8891ccd42" providerId="LiveId" clId="{2482167B-ADD3-4E68-AB8B-ADE9CECE27D0}" dt="2026-10-16T03:42:04.842" v="1241" actId="20577"/>
          <ac:spMkLst>
            <pc:docMk/>
            <pc:sldMk cId="3675548026" sldId="303"/>
            <ac:spMk id="72" creationId="{81167C1F-8EFA-A0F6-D856-2F4B15382347}"/>
          </ac:spMkLst>
        </pc:spChg>
        <pc:picChg chg="add">
          <ac:chgData name="Norbey Muñoz" userId="b7e811e8891ccd42" providerId="LiveId" clId="{2482167B-ADD3-4E68-AB8B-ADE9CECE27D0}" dt="2026-10-16T03:42:59.216" v="1243" actId="22"/>
          <ac:picMkLst>
            <pc:docMk/>
            <pc:sldMk cId="3675548026" sldId="303"/>
            <ac:picMk id="3" creationId="{15C5BCCE-3EF0-959A-1458-B70608B33146}"/>
          </ac:picMkLst>
        </pc:picChg>
        <pc:picChg chg="del">
          <ac:chgData name="Norbey Muñoz" userId="b7e811e8891ccd42" providerId="LiveId" clId="{2482167B-ADD3-4E68-AB8B-ADE9CECE27D0}" dt="2026-10-16T03:42:06.677" v="1242" actId="478"/>
          <ac:picMkLst>
            <pc:docMk/>
            <pc:sldMk cId="3675548026" sldId="303"/>
            <ac:picMk id="4" creationId="{B598328E-0C84-E3E9-C73A-4AA7B59DBBBB}"/>
          </ac:picMkLst>
        </pc:picChg>
      </pc:sldChg>
      <pc:sldChg chg="addSp delSp add mod">
        <pc:chgData name="Norbey Muñoz" userId="b7e811e8891ccd42" providerId="LiveId" clId="{2482167B-ADD3-4E68-AB8B-ADE9CECE27D0}" dt="2026-10-16T03:43:18.666" v="1246" actId="22"/>
        <pc:sldMkLst>
          <pc:docMk/>
          <pc:sldMk cId="2053131105" sldId="304"/>
        </pc:sldMkLst>
        <pc:picChg chg="del">
          <ac:chgData name="Norbey Muñoz" userId="b7e811e8891ccd42" providerId="LiveId" clId="{2482167B-ADD3-4E68-AB8B-ADE9CECE27D0}" dt="2026-10-16T03:43:18.168" v="1245" actId="478"/>
          <ac:picMkLst>
            <pc:docMk/>
            <pc:sldMk cId="2053131105" sldId="304"/>
            <ac:picMk id="3" creationId="{B47B1397-A1E3-3F28-FEA0-D0F0D28B654C}"/>
          </ac:picMkLst>
        </pc:picChg>
        <pc:picChg chg="add">
          <ac:chgData name="Norbey Muñoz" userId="b7e811e8891ccd42" providerId="LiveId" clId="{2482167B-ADD3-4E68-AB8B-ADE9CECE27D0}" dt="2026-10-16T03:43:18.666" v="1246" actId="22"/>
          <ac:picMkLst>
            <pc:docMk/>
            <pc:sldMk cId="2053131105" sldId="304"/>
            <ac:picMk id="4" creationId="{05798319-A55B-8AC2-A76D-DA4757FE2E58}"/>
          </ac:picMkLst>
        </pc:picChg>
      </pc:sldChg>
      <pc:sldChg chg="addSp delSp add mod">
        <pc:chgData name="Norbey Muñoz" userId="b7e811e8891ccd42" providerId="LiveId" clId="{2482167B-ADD3-4E68-AB8B-ADE9CECE27D0}" dt="2026-10-16T03:43:50.679" v="1249" actId="22"/>
        <pc:sldMkLst>
          <pc:docMk/>
          <pc:sldMk cId="3661322695" sldId="305"/>
        </pc:sldMkLst>
        <pc:picChg chg="add">
          <ac:chgData name="Norbey Muñoz" userId="b7e811e8891ccd42" providerId="LiveId" clId="{2482167B-ADD3-4E68-AB8B-ADE9CECE27D0}" dt="2026-10-16T03:43:50.679" v="1249" actId="22"/>
          <ac:picMkLst>
            <pc:docMk/>
            <pc:sldMk cId="3661322695" sldId="305"/>
            <ac:picMk id="3" creationId="{431DFE69-C5F8-B752-E2A1-114F47CA6161}"/>
          </ac:picMkLst>
        </pc:picChg>
        <pc:picChg chg="del">
          <ac:chgData name="Norbey Muñoz" userId="b7e811e8891ccd42" providerId="LiveId" clId="{2482167B-ADD3-4E68-AB8B-ADE9CECE27D0}" dt="2026-10-16T03:43:50.193" v="1248" actId="478"/>
          <ac:picMkLst>
            <pc:docMk/>
            <pc:sldMk cId="3661322695" sldId="305"/>
            <ac:picMk id="4" creationId="{994AA762-C4B5-3107-3AB4-296A617DC3FD}"/>
          </ac:picMkLst>
        </pc:picChg>
      </pc:sldChg>
      <pc:sldChg chg="addSp delSp add mod">
        <pc:chgData name="Norbey Muñoz" userId="b7e811e8891ccd42" providerId="LiveId" clId="{2482167B-ADD3-4E68-AB8B-ADE9CECE27D0}" dt="2026-10-16T03:45:26.479" v="1252" actId="22"/>
        <pc:sldMkLst>
          <pc:docMk/>
          <pc:sldMk cId="1842360648" sldId="306"/>
        </pc:sldMkLst>
        <pc:picChg chg="del">
          <ac:chgData name="Norbey Muñoz" userId="b7e811e8891ccd42" providerId="LiveId" clId="{2482167B-ADD3-4E68-AB8B-ADE9CECE27D0}" dt="2026-10-16T03:45:25.837" v="1251" actId="478"/>
          <ac:picMkLst>
            <pc:docMk/>
            <pc:sldMk cId="1842360648" sldId="306"/>
            <ac:picMk id="3" creationId="{E89942B7-5C1C-DBBC-67F1-74F57B3E803E}"/>
          </ac:picMkLst>
        </pc:picChg>
        <pc:picChg chg="add">
          <ac:chgData name="Norbey Muñoz" userId="b7e811e8891ccd42" providerId="LiveId" clId="{2482167B-ADD3-4E68-AB8B-ADE9CECE27D0}" dt="2026-10-16T03:45:26.479" v="1252" actId="22"/>
          <ac:picMkLst>
            <pc:docMk/>
            <pc:sldMk cId="1842360648" sldId="306"/>
            <ac:picMk id="4" creationId="{0D3736BE-9727-C8A3-94F5-40F9B6061D32}"/>
          </ac:picMkLst>
        </pc:picChg>
      </pc:sldChg>
      <pc:sldMasterChg chg="delSldLayout">
        <pc:chgData name="Norbey Muñoz" userId="b7e811e8891ccd42" providerId="LiveId" clId="{2482167B-ADD3-4E68-AB8B-ADE9CECE27D0}" dt="2026-09-18T13:30:33.464" v="958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E4499FB-C345-56FF-A476-F52AADC8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41b6bb5fe_0_489:notes">
            <a:extLst>
              <a:ext uri="{FF2B5EF4-FFF2-40B4-BE49-F238E27FC236}">
                <a16:creationId xmlns:a16="http://schemas.microsoft.com/office/drawing/2014/main" id="{63EE7DEC-EA82-BFE9-342E-CAF622FE0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41b6bb5fe_0_489:notes">
            <a:extLst>
              <a:ext uri="{FF2B5EF4-FFF2-40B4-BE49-F238E27FC236}">
                <a16:creationId xmlns:a16="http://schemas.microsoft.com/office/drawing/2014/main" id="{E5F523D2-3BD1-CF72-7061-81B22219D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40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3358E47-4097-C84D-9514-E5A3E424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2101CDCB-8439-73B6-5C21-70B2592A8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93346EF-B06D-7CB2-C567-477AC3B4B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060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8C39D31-EA68-23DC-5823-8B50A63B7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3D1383C2-E51D-4731-D88F-61D25E3B6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1D0CB035-18EC-1117-CE5A-F8B8ADBB5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93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26A5114-C1AE-FDDA-85D3-2959CFE4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5B731B6B-65E2-781E-4200-1B0962288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76CB1D7-BE43-0480-2A61-BD64B6ED9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53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3F18A45-38F9-0827-00F1-C5B67125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2F08BDA5-F47B-8CA1-BDE5-F8666350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5B1820D4-2CAC-4512-985F-F5CECBCFF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73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5E62854-089E-868F-F43B-011FD7E3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414F8F1E-4E4C-74BF-CBF7-C055DE2B1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CE3098D1-CE12-FFE5-928F-BC1BA1738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4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E954588-723E-14C1-951D-BD5C28EA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D8DAD28-8EDA-05FE-331A-2308929E7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5A1FF7D-166A-A021-935E-E1DE17E87D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176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E7E0F44-76E4-6103-8261-3C90E306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362B057-05FF-8ADC-A5B5-82D7E2D0D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F5C64FCE-39D4-FB94-71CC-F4CED027D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150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0307822-A02F-7E3F-0A62-DD76647A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E6E32C96-BF92-F9BD-2EA6-642A87803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92343852-DD44-C93D-6FC7-8BF1FC111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084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03BF6BF-2DA4-1117-91CD-C6278768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E32AD4E-524B-050F-1C7B-07881D708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01BDBAB8-EB5C-FCD4-6CC4-96554C4FB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069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9E031A7-1D3D-3E50-4FEC-5C5E8254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697CDD4-1EC5-5D78-8AD8-6ECFBB1AA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D44E79C8-1200-D907-682A-76B2B7533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723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7326B94-8F33-AF27-DB27-710AC5CE3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586668B-94CC-3E65-851E-9719BDE92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582900C-AB2F-5E71-667A-7DA9E644F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785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A02711B-B92D-DBC4-6B29-CB1103EC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BFDECED-1543-5287-DA6A-5A2000FFB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DA15419-E817-0379-4214-8E501FC0F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8252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BAE5B0E-E223-6BE9-BD41-A16D882D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A1AC061-3B1B-8AB3-EC8C-7BD61DB6D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FAD14668-B3C8-448D-AE2B-B70E5232A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008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2AB9440F-39E0-FFBC-6F75-DE03DD38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35101B3-541F-B170-B118-934D09008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364B6A45-9C87-28AD-10CB-C2E31260B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625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C5244E-EB03-1F9B-931A-7A2040A8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AC9AA90C-E03E-54C6-7E6F-C35011833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9D92194-4F4F-23B1-698B-DC3571673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49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707272B-9578-997D-55CD-90642AC4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17DD25BF-DBE5-B8E1-5AE8-AD2CDF554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7FECE87B-84F5-3786-824A-5A2D5DA2B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8323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627AAD5-A51F-F872-3324-B8FDADE9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D6EF14E6-7C3A-8FE3-AD99-991B4BF50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0E09CCE-3653-5A0E-C6F8-844B7ECDF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768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C33B18D-701A-8F18-6D1A-E1692307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6D41B901-48F2-333D-320A-A8D8DB464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AD70A033-067A-889F-B6E7-88320E5B2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891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79BD2E6-E391-7CF3-5CE9-13294BB2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1AE394C-C021-2942-DF78-DB528FD8B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4035F9E-5FF9-6551-B6B7-27C71F5BE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8948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09F4873-D296-31CD-2FF1-734BE67C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8AB27893-9603-7CB9-8FF2-5136F246F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45966295-F7AC-F41A-1C87-B9E085CE3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555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1F7372B-76EB-689B-586F-EBE63785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E239705F-A553-B437-209E-85BB68C74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1B28906-3936-9064-A341-DAAE5AB7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416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13006B9-D0AF-7704-4FB7-C4B94B98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41b6bb5fe_0_496:notes">
            <a:extLst>
              <a:ext uri="{FF2B5EF4-FFF2-40B4-BE49-F238E27FC236}">
                <a16:creationId xmlns:a16="http://schemas.microsoft.com/office/drawing/2014/main" id="{CAA83720-17B1-BA4C-49E8-6205CFC00E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41b6bb5fe_0_496:notes">
            <a:extLst>
              <a:ext uri="{FF2B5EF4-FFF2-40B4-BE49-F238E27FC236}">
                <a16:creationId xmlns:a16="http://schemas.microsoft.com/office/drawing/2014/main" id="{2EDE14D3-E4CF-CDC7-4404-51E7EEC16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1115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419d0e8f5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2e419d0e8f5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41b6bb5fe_0_443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g2e41b6bb5fe_0_443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g2e41b6bb5fe_0_443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g2e41b6bb5fe_0_443"/>
          <p:cNvSpPr txBox="1">
            <a:spLocks noGrp="1"/>
          </p:cNvSpPr>
          <p:nvPr>
            <p:ph type="subTitle" idx="1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sz="24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g2e41b6bb5fe_0_443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e41b6bb5fe_0_449"/>
          <p:cNvSpPr txBox="1">
            <a:spLocks noGrp="1"/>
          </p:cNvSpPr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g2e41b6bb5fe_0_44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41b6bb5fe_0_45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2e41b6bb5fe_0_45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e41b6bb5fe_0_4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e41b6bb5fe_0_45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e41b6bb5fe_0_462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e41b6bb5fe_0_46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e41b6bb5fe_0_469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sz="64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g2e41b6bb5fe_0_46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e41b6bb5fe_0_479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2e41b6bb5fe_0_47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41b6bb5fe_0_482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2e41b6bb5fe_0_482"/>
          <p:cNvSpPr txBox="1">
            <a:spLocks noGrp="1"/>
          </p:cNvSpPr>
          <p:nvPr>
            <p:ph type="title" hasCustomPrompt="1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g2e41b6bb5fe_0_482"/>
          <p:cNvSpPr txBox="1">
            <a:spLocks noGrp="1"/>
          </p:cNvSpPr>
          <p:nvPr>
            <p:ph type="body" idx="1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e41b6bb5fe_0_482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41b6bb5fe_0_43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sz="43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g2e41b6bb5fe_0_43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g2e41b6bb5fe_0_439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br>
              <a:rPr lang="es-CO" dirty="0"/>
            </a:br>
            <a:r>
              <a:rPr lang="es-CO" dirty="0"/>
              <a:t>Patrones Creacionales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es-CO" dirty="0" err="1"/>
              <a:t>reacionales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16322-F284-C376-B27E-CF62E39D2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319" y="731286"/>
            <a:ext cx="4633362" cy="5395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65E3B8DC-FC9A-187C-394C-2E809CF2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41b6bb5fe_0_489">
            <a:extLst>
              <a:ext uri="{FF2B5EF4-FFF2-40B4-BE49-F238E27FC236}">
                <a16:creationId xmlns:a16="http://schemas.microsoft.com/office/drawing/2014/main" id="{06592CFD-D9ED-80FF-5570-9FA568721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es-CO" dirty="0" err="1"/>
              <a:t>reacionales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4A1BC-0512-2A1E-91D4-6ADEFFE5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371" y="26375"/>
            <a:ext cx="4595258" cy="68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D620D88-5AC9-AECC-967A-90300C7D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1DA8349-43C4-D92D-66D8-E3801AE38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Creacionales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55887-A13E-70CA-1D50-5F0C880C2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30" y="567442"/>
            <a:ext cx="4846740" cy="57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9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5A9CF66-2774-B763-4E3F-72EA4D0B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6F51436A-C38A-2D71-DC0F-2F7BF0701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Singleton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1C5D4-9B5B-E936-A879-C81FA0C01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216" y="376925"/>
            <a:ext cx="4709568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4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5EECB85-5B87-CFE5-E65F-9418C67D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FC74A85B-9F3D-22CD-5CC0-C786F548F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Singleton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73087-508E-3ECE-9871-61F68B54A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786" y="838495"/>
            <a:ext cx="4694327" cy="1036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67AD31-38EB-D14D-8860-A62D14CD6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648" y="2191600"/>
            <a:ext cx="5090601" cy="1386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D8DB2-88E3-9F86-D6A4-B5037B766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130" y="3603756"/>
            <a:ext cx="5029636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4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A279407-31F9-7B57-0241-92E4E6DE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AC77E1B-B7C6-50EE-EEBB-C018E58CA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Creacionales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8A97C-3DE2-0D75-6C74-0841ADBF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02" y="582683"/>
            <a:ext cx="4572396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8CB3139-FDD8-A010-E4D8-99F76F90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BA5878D-677D-589A-D3D7-9529CEDCB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Factory Method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A7CC8-50A6-142A-13C5-BFABE3F2A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321" y="359993"/>
            <a:ext cx="4315657" cy="623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2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9352BFB-46E3-9B11-C30E-506DC19B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B32A6A20-8777-6145-F771-6926574A8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Factory Method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EF9113-39E6-125D-59FE-2578BA7B0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569" y="521800"/>
            <a:ext cx="4724809" cy="589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0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2FBB9A8-CD73-4829-3351-F39BBDB7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0B6DA790-C9E6-EECE-2A97-DABF49373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Creacionales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2442B-A5E9-23D7-ED97-6FBD6B912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768" y="639838"/>
            <a:ext cx="4892464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9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9FBD839-B91F-7E37-DA7D-B1227F47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C611AA7-3C5F-AF32-BD82-CA77F9EC9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Abstract</a:t>
            </a:r>
            <a:r>
              <a:rPr lang="es-CO" dirty="0"/>
              <a:t> Factory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B9BC8-312A-F3F1-26E8-C748657DF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570" y="281667"/>
            <a:ext cx="5044877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47D8E4C-D022-0CFF-BD34-06317638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7BB903FE-E852-26DA-7BC0-04AE7C9AEC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Abstract</a:t>
            </a:r>
            <a:r>
              <a:rPr lang="es-CO" dirty="0"/>
              <a:t> Factory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48337-1E11-E6B3-4592-969A35112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165" y="939250"/>
            <a:ext cx="4663844" cy="548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CD3601-C646-A991-2D94-BB52E87ED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165" y="1487938"/>
            <a:ext cx="4701947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07628AD-6C6F-CBE5-BAC9-92D96BA0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C6CB4EFA-1508-D683-C21F-E9DC8AB17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Abstract</a:t>
            </a:r>
            <a:r>
              <a:rPr lang="es-CO" dirty="0"/>
              <a:t> Factory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C0C49-A1FC-F58A-D8C2-AF228B1C8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90" y="633384"/>
            <a:ext cx="4785775" cy="1615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7C6CF-C7B9-F462-D9D5-14F1AA5FA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90" y="2176317"/>
            <a:ext cx="4671465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28016B8-5A70-260D-173D-8A62B55D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591319C3-C69E-36B6-676E-020EE2E3F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Abstract</a:t>
            </a:r>
            <a:r>
              <a:rPr lang="es-CO" dirty="0"/>
              <a:t> Factory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29E7E-63BB-CDFF-944C-83ADF4946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19" y="320292"/>
            <a:ext cx="4381464" cy="1724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220BF3-71D6-F2A3-BE8D-23D471855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864" y="2044379"/>
            <a:ext cx="4450448" cy="471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CB952B-4C63-31BD-4FFC-71F5A61C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0075100-73C7-A80A-FF9D-233838B82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Creacionales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3EDEE-D6EA-B3FB-EEE4-4EF2890D8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802" y="472184"/>
            <a:ext cx="5014395" cy="5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2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AC3624F-6F90-1421-29F6-BB4B9BC6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D4F87050-6135-3157-F56A-BE477E398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Builder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B79F0-B417-42B9-2C15-85F0D2326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794" y="0"/>
            <a:ext cx="4682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3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8B623E6-B238-55F3-1F77-6CCD771F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5E63047-AC79-51E4-B653-2686B0B68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Builder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70AA3-0A9E-AF21-AE92-C8C86B6DA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267" y="967526"/>
            <a:ext cx="4671465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29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98C7910-D8F0-734D-8410-F5C9D91D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46C8A2E-D00A-9D6A-E39A-B6F0116554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Builder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D0C56-E79A-9D9A-4D7A-7230A357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191" y="521800"/>
            <a:ext cx="4785775" cy="1082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3164AE-745A-3974-CB51-D67A1F98B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104" y="1656188"/>
            <a:ext cx="4701947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3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554ACC0-2CD5-2528-13A1-7FB9C6E8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077BDCD-8F26-33E3-7635-C44F17758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Builder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67541-D9B8-9479-9066-A385093F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21" y="1356700"/>
            <a:ext cx="4816257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B1D8CD3-5164-5E6A-CEED-748170C7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764DCAB0-48B6-FBFC-E3CE-4F3D4D37BC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Builder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07F64-5077-E41A-E43F-70D5B6E9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98" y="232655"/>
            <a:ext cx="4027346" cy="435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52D8EF-8AD7-D826-BC50-A90D464C3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292" y="675029"/>
            <a:ext cx="3942952" cy="593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14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3091DBA-FBCA-271C-A936-BA5298AF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3DCD2417-4B86-71B4-230A-BE4EEB44E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Creacionales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255E9-54AC-D531-208F-657E6A86D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923" y="624597"/>
            <a:ext cx="4778154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81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341A152-6E78-BEBE-D780-10B0DD7E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81167C1F-8EFA-A0F6-D856-2F4B153823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Prototype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C5BCCE-3EF0-959A-1458-B70608B3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216" y="757958"/>
            <a:ext cx="4709568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48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08B97B3-2153-4821-49C5-3567F2E4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84D80105-0623-FF6B-B72B-F59DDD207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Prototype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98319-A55B-8AC2-A76D-DA4757FE2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595" y="891320"/>
            <a:ext cx="4724809" cy="50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31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EDBFF9C-EE0C-A1AD-23AA-A29C3C5C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4361230D-6A35-BF69-5F9C-93658A13F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Prototype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DFE69-C5F8-B752-E2A1-114F47CA6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40" y="380736"/>
            <a:ext cx="4839119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2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8DC38A3-9126-A7FF-FF18-A9B0A1C9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41b6bb5fe_0_496">
            <a:extLst>
              <a:ext uri="{FF2B5EF4-FFF2-40B4-BE49-F238E27FC236}">
                <a16:creationId xmlns:a16="http://schemas.microsoft.com/office/drawing/2014/main" id="{E35501DA-D858-15BB-33D8-96FC62E2F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 err="1"/>
              <a:t>Prototype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736BE-9727-C8A3-94F5-40F9B6061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957" y="1192336"/>
            <a:ext cx="490008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60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419d0e8f5_0_207"/>
          <p:cNvSpPr txBox="1">
            <a:spLocks noGrp="1"/>
          </p:cNvSpPr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023"/>
              <a:buNone/>
            </a:pPr>
            <a:r>
              <a:rPr lang="es-CO"/>
              <a:t>Referencias</a:t>
            </a:r>
            <a:endParaRPr/>
          </a:p>
        </p:txBody>
      </p:sp>
      <p:sp>
        <p:nvSpPr>
          <p:cNvPr id="158" name="Google Shape;158;g2e419d0e8f5_0_20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CO" dirty="0"/>
              <a:t>Shvets, A (2023). Sumérgete en los Patrones de diseño. </a:t>
            </a:r>
            <a:r>
              <a:rPr lang="es-CO" dirty="0" err="1"/>
              <a:t>Refactoring.Guru</a:t>
            </a:r>
            <a:r>
              <a:rPr lang="es-CO" dirty="0"/>
              <a:t>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53</Words>
  <Application>Microsoft Office PowerPoint</Application>
  <PresentationFormat>Widescreen</PresentationFormat>
  <Paragraphs>27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Play</vt:lpstr>
      <vt:lpstr>Lato</vt:lpstr>
      <vt:lpstr>Arial</vt:lpstr>
      <vt:lpstr>Playfair Display</vt:lpstr>
      <vt:lpstr>Coral</vt:lpstr>
      <vt:lpstr> Patrones Creacionales</vt:lpstr>
      <vt:lpstr>Creacionales</vt:lpstr>
      <vt:lpstr>Creacionales</vt:lpstr>
      <vt:lpstr>Creacionales</vt:lpstr>
      <vt:lpstr>Singleton</vt:lpstr>
      <vt:lpstr>Singleton</vt:lpstr>
      <vt:lpstr>Creacionales</vt:lpstr>
      <vt:lpstr>Factory Method</vt:lpstr>
      <vt:lpstr>Factory Method</vt:lpstr>
      <vt:lpstr>Creacionales</vt:lpstr>
      <vt:lpstr>Abstract Factory</vt:lpstr>
      <vt:lpstr>Abstract Factory</vt:lpstr>
      <vt:lpstr>Abstract Factory</vt:lpstr>
      <vt:lpstr>Abstract Factory</vt:lpstr>
      <vt:lpstr>Creacionales</vt:lpstr>
      <vt:lpstr>Builder</vt:lpstr>
      <vt:lpstr>Builder</vt:lpstr>
      <vt:lpstr>Builder</vt:lpstr>
      <vt:lpstr>Builder</vt:lpstr>
      <vt:lpstr>Builder</vt:lpstr>
      <vt:lpstr>Creacionales</vt:lpstr>
      <vt:lpstr>Prototype</vt:lpstr>
      <vt:lpstr>Prototype</vt:lpstr>
      <vt:lpstr>Prototype</vt:lpstr>
      <vt:lpstr>Prototype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CAMILO VANEGAS AYALA</dc:creator>
  <cp:lastModifiedBy>Norbey Muñoz</cp:lastModifiedBy>
  <cp:revision>1</cp:revision>
  <dcterms:created xsi:type="dcterms:W3CDTF">2025-03-12T13:25:14Z</dcterms:created>
  <dcterms:modified xsi:type="dcterms:W3CDTF">2026-10-16T03:45:34Z</dcterms:modified>
</cp:coreProperties>
</file>