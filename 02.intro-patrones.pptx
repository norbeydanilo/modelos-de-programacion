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70" r:id="rId5"/>
    <p:sldId id="271" r:id="rId6"/>
    <p:sldId id="272" r:id="rId7"/>
    <p:sldId id="283" r:id="rId8"/>
    <p:sldId id="273" r:id="rId9"/>
    <p:sldId id="284" r:id="rId10"/>
    <p:sldId id="269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layfair Display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O7G4JYlWhDc/IMUAAixAp2w42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B75E5F-F902-44CA-B938-FDC7CFA76398}" v="1" dt="2026-09-18T13:31:26.266"/>
  </p1510:revLst>
</p1510:revInfo>
</file>

<file path=ppt/tableStyles.xml><?xml version="1.0" encoding="utf-8"?>
<a:tblStyleLst xmlns:a="http://schemas.openxmlformats.org/drawingml/2006/main" def="{48029A5F-B29F-42D9-BF25-8414E3904450}">
  <a:tblStyle styleId="{48029A5F-B29F-42D9-BF25-8414E39044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delSld modSld sldOrd">
      <pc:chgData name="Norbey Muñoz" userId="b7e811e8891ccd42" providerId="LiveId" clId="{2482167B-ADD3-4E68-AB8B-ADE9CECE27D0}" dt="2026-09-18T13:32:40.564" v="994" actId="404"/>
      <pc:docMkLst>
        <pc:docMk/>
      </pc:docMkLst>
      <pc:sldChg chg="delSp modSp mod">
        <pc:chgData name="Norbey Muñoz" userId="b7e811e8891ccd42" providerId="LiveId" clId="{2482167B-ADD3-4E68-AB8B-ADE9CECE27D0}" dt="2026-09-18T13:01:59.668" v="788" actId="20577"/>
        <pc:sldMkLst>
          <pc:docMk/>
          <pc:sldMk cId="0" sldId="256"/>
        </pc:sldMkLst>
        <pc:spChg chg="mod">
          <ac:chgData name="Norbey Muñoz" userId="b7e811e8891ccd42" providerId="LiveId" clId="{2482167B-ADD3-4E68-AB8B-ADE9CECE27D0}" dt="2026-09-18T13:01:59.668" v="788" actId="20577"/>
          <ac:spMkLst>
            <pc:docMk/>
            <pc:sldMk cId="0" sldId="256"/>
            <ac:spMk id="59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09-18T13:02:50.288" v="809" actId="1076"/>
        <pc:sldMkLst>
          <pc:docMk/>
          <pc:sldMk cId="0" sldId="257"/>
        </pc:sldMkLst>
        <pc:spChg chg="mod">
          <ac:chgData name="Norbey Muñoz" userId="b7e811e8891ccd42" providerId="LiveId" clId="{2482167B-ADD3-4E68-AB8B-ADE9CECE27D0}" dt="2026-09-18T13:02:11.708" v="804" actId="20577"/>
          <ac:spMkLst>
            <pc:docMk/>
            <pc:sldMk cId="0" sldId="257"/>
            <ac:spMk id="65" creationId="{00000000-0000-0000-0000-000000000000}"/>
          </ac:spMkLst>
        </pc:spChg>
        <pc:picChg chg="add mod">
          <ac:chgData name="Norbey Muñoz" userId="b7e811e8891ccd42" providerId="LiveId" clId="{2482167B-ADD3-4E68-AB8B-ADE9CECE27D0}" dt="2026-09-18T13:02:50.288" v="809" actId="1076"/>
          <ac:picMkLst>
            <pc:docMk/>
            <pc:sldMk cId="0" sldId="257"/>
            <ac:picMk id="3" creationId="{05A13FAB-AFA7-0825-39ED-B988995F8B41}"/>
          </ac:picMkLst>
        </pc:picChg>
        <pc:picChg chg="del mod">
          <ac:chgData name="Norbey Muñoz" userId="b7e811e8891ccd42" providerId="LiveId" clId="{2482167B-ADD3-4E68-AB8B-ADE9CECE27D0}" dt="2026-09-18T13:02:13.344" v="805" actId="478"/>
          <ac:picMkLst>
            <pc:docMk/>
            <pc:sldMk cId="0" sldId="257"/>
            <ac:picMk id="66" creationId="{00000000-0000-0000-0000-000000000000}"/>
          </ac:picMkLst>
        </pc:picChg>
        <pc:picChg chg="add del mod">
          <ac:chgData name="Norbey Muñoz" userId="b7e811e8891ccd42" providerId="LiveId" clId="{2482167B-ADD3-4E68-AB8B-ADE9CECE27D0}" dt="2026-09-18T13:02:14.073" v="806" actId="478"/>
          <ac:picMkLst>
            <pc:docMk/>
            <pc:sldMk cId="0" sldId="257"/>
            <ac:picMk id="67" creationId="{00000000-0000-0000-0000-000000000000}"/>
          </ac:picMkLst>
        </pc:picChg>
      </pc:sldChg>
      <pc:sldChg chg="addSp delSp modSp mod">
        <pc:chgData name="Norbey Muñoz" userId="b7e811e8891ccd42" providerId="LiveId" clId="{2482167B-ADD3-4E68-AB8B-ADE9CECE27D0}" dt="2026-09-18T13:03:46.297" v="828" actId="1076"/>
        <pc:sldMkLst>
          <pc:docMk/>
          <pc:sldMk cId="0" sldId="258"/>
        </pc:sldMkLst>
        <pc:spChg chg="mod">
          <ac:chgData name="Norbey Muñoz" userId="b7e811e8891ccd42" providerId="LiveId" clId="{2482167B-ADD3-4E68-AB8B-ADE9CECE27D0}" dt="2026-09-18T13:03:41.365" v="825" actId="20577"/>
          <ac:spMkLst>
            <pc:docMk/>
            <pc:sldMk cId="0" sldId="258"/>
            <ac:spMk id="72" creationId="{00000000-0000-0000-0000-000000000000}"/>
          </ac:spMkLst>
        </pc:spChg>
        <pc:picChg chg="add mod">
          <ac:chgData name="Norbey Muñoz" userId="b7e811e8891ccd42" providerId="LiveId" clId="{2482167B-ADD3-4E68-AB8B-ADE9CECE27D0}" dt="2026-09-18T13:03:46.297" v="828" actId="1076"/>
          <ac:picMkLst>
            <pc:docMk/>
            <pc:sldMk cId="0" sldId="258"/>
            <ac:picMk id="3" creationId="{249B87F5-BBBB-FC00-6FA9-8AF49251F507}"/>
          </ac:picMkLst>
        </pc:picChg>
        <pc:picChg chg="del mod">
          <ac:chgData name="Norbey Muñoz" userId="b7e811e8891ccd42" providerId="LiveId" clId="{2482167B-ADD3-4E68-AB8B-ADE9CECE27D0}" dt="2026-09-18T13:03:42.807" v="826" actId="478"/>
          <ac:picMkLst>
            <pc:docMk/>
            <pc:sldMk cId="0" sldId="258"/>
            <ac:picMk id="73" creationId="{00000000-0000-0000-0000-000000000000}"/>
          </ac:picMkLst>
        </pc:picChg>
      </pc:sldChg>
      <pc:sldChg chg="addSp modSp del mod ord modAnim">
        <pc:chgData name="Norbey Muñoz" userId="b7e811e8891ccd42" providerId="LiveId" clId="{2482167B-ADD3-4E68-AB8B-ADE9CECE27D0}" dt="2026-09-18T13:30:29.241" v="942" actId="47"/>
        <pc:sldMkLst>
          <pc:docMk/>
          <pc:sldMk cId="0" sldId="259"/>
        </pc:sldMkLst>
      </pc:sldChg>
      <pc:sldChg chg="del">
        <pc:chgData name="Norbey Muñoz" userId="b7e811e8891ccd42" providerId="LiveId" clId="{2482167B-ADD3-4E68-AB8B-ADE9CECE27D0}" dt="2026-09-18T13:30:29.797" v="944" actId="47"/>
        <pc:sldMkLst>
          <pc:docMk/>
          <pc:sldMk cId="0" sldId="260"/>
        </pc:sldMkLst>
      </pc:sldChg>
      <pc:sldChg chg="delSp modSp del mod">
        <pc:chgData name="Norbey Muñoz" userId="b7e811e8891ccd42" providerId="LiveId" clId="{2482167B-ADD3-4E68-AB8B-ADE9CECE27D0}" dt="2026-09-18T13:30:30.039" v="945" actId="47"/>
        <pc:sldMkLst>
          <pc:docMk/>
          <pc:sldMk cId="0" sldId="261"/>
        </pc:sldMkLst>
      </pc:sldChg>
      <pc:sldChg chg="modSp del mod">
        <pc:chgData name="Norbey Muñoz" userId="b7e811e8891ccd42" providerId="LiveId" clId="{2482167B-ADD3-4E68-AB8B-ADE9CECE27D0}" dt="2026-09-18T13:30:30.286" v="946" actId="47"/>
        <pc:sldMkLst>
          <pc:docMk/>
          <pc:sldMk cId="0" sldId="262"/>
        </pc:sldMkLst>
      </pc:sldChg>
      <pc:sldChg chg="delSp modSp del mod">
        <pc:chgData name="Norbey Muñoz" userId="b7e811e8891ccd42" providerId="LiveId" clId="{2482167B-ADD3-4E68-AB8B-ADE9CECE27D0}" dt="2026-09-18T13:30:30.682" v="948" actId="47"/>
        <pc:sldMkLst>
          <pc:docMk/>
          <pc:sldMk cId="0" sldId="263"/>
        </pc:sldMkLst>
      </pc:sldChg>
      <pc:sldChg chg="addSp delSp modSp del mod">
        <pc:chgData name="Norbey Muñoz" userId="b7e811e8891ccd42" providerId="LiveId" clId="{2482167B-ADD3-4E68-AB8B-ADE9CECE27D0}" dt="2026-09-18T13:30:31.066" v="950" actId="47"/>
        <pc:sldMkLst>
          <pc:docMk/>
          <pc:sldMk cId="0" sldId="264"/>
        </pc:sldMkLst>
      </pc:sldChg>
      <pc:sldChg chg="addSp delSp modSp del mod">
        <pc:chgData name="Norbey Muñoz" userId="b7e811e8891ccd42" providerId="LiveId" clId="{2482167B-ADD3-4E68-AB8B-ADE9CECE27D0}" dt="2026-09-18T13:30:31.307" v="951" actId="47"/>
        <pc:sldMkLst>
          <pc:docMk/>
          <pc:sldMk cId="0" sldId="265"/>
        </pc:sldMkLst>
      </pc:sldChg>
      <pc:sldChg chg="addSp delSp modSp del mod">
        <pc:chgData name="Norbey Muñoz" userId="b7e811e8891ccd42" providerId="LiveId" clId="{2482167B-ADD3-4E68-AB8B-ADE9CECE27D0}" dt="2026-09-18T13:30:32.421" v="955" actId="47"/>
        <pc:sldMkLst>
          <pc:docMk/>
          <pc:sldMk cId="0" sldId="267"/>
        </pc:sldMkLst>
      </pc:sldChg>
      <pc:sldChg chg="addSp delSp modSp del mod">
        <pc:chgData name="Norbey Muñoz" userId="b7e811e8891ccd42" providerId="LiveId" clId="{2482167B-ADD3-4E68-AB8B-ADE9CECE27D0}" dt="2026-09-18T13:30:32.998" v="957" actId="47"/>
        <pc:sldMkLst>
          <pc:docMk/>
          <pc:sldMk cId="0" sldId="268"/>
        </pc:sldMkLst>
      </pc:sldChg>
      <pc:sldChg chg="addSp delSp modSp add mod">
        <pc:chgData name="Norbey Muñoz" userId="b7e811e8891ccd42" providerId="LiveId" clId="{2482167B-ADD3-4E68-AB8B-ADE9CECE27D0}" dt="2026-09-18T13:10:42.474" v="874" actId="1076"/>
        <pc:sldMkLst>
          <pc:docMk/>
          <pc:sldMk cId="3220141220" sldId="270"/>
        </pc:sldMkLst>
        <pc:spChg chg="add mod">
          <ac:chgData name="Norbey Muñoz" userId="b7e811e8891ccd42" providerId="LiveId" clId="{2482167B-ADD3-4E68-AB8B-ADE9CECE27D0}" dt="2026-09-18T13:10:42.474" v="874" actId="1076"/>
          <ac:spMkLst>
            <pc:docMk/>
            <pc:sldMk cId="3220141220" sldId="270"/>
            <ac:spMk id="4" creationId="{0D427052-2B78-26D5-2D7E-EC71A5BF2916}"/>
          </ac:spMkLst>
        </pc:spChg>
        <pc:spChg chg="mod">
          <ac:chgData name="Norbey Muñoz" userId="b7e811e8891ccd42" providerId="LiveId" clId="{2482167B-ADD3-4E68-AB8B-ADE9CECE27D0}" dt="2026-09-18T13:07:02.267" v="859" actId="20577"/>
          <ac:spMkLst>
            <pc:docMk/>
            <pc:sldMk cId="3220141220" sldId="270"/>
            <ac:spMk id="72" creationId="{34E297FB-68AE-6DC9-BD35-D74E87071E71}"/>
          </ac:spMkLst>
        </pc:spChg>
        <pc:picChg chg="add del mod">
          <ac:chgData name="Norbey Muñoz" userId="b7e811e8891ccd42" providerId="LiveId" clId="{2482167B-ADD3-4E68-AB8B-ADE9CECE27D0}" dt="2026-09-18T13:07:03.710" v="860" actId="478"/>
          <ac:picMkLst>
            <pc:docMk/>
            <pc:sldMk cId="3220141220" sldId="270"/>
            <ac:picMk id="3" creationId="{BB456EFE-3676-EC5B-14CC-86AA86E9446C}"/>
          </ac:picMkLst>
        </pc:picChg>
      </pc:sldChg>
      <pc:sldChg chg="addSp delSp modSp add mod">
        <pc:chgData name="Norbey Muñoz" userId="b7e811e8891ccd42" providerId="LiveId" clId="{2482167B-ADD3-4E68-AB8B-ADE9CECE27D0}" dt="2026-09-18T13:12:08.046" v="891" actId="113"/>
        <pc:sldMkLst>
          <pc:docMk/>
          <pc:sldMk cId="827512160" sldId="271"/>
        </pc:sldMkLst>
        <pc:spChg chg="add mod">
          <ac:chgData name="Norbey Muñoz" userId="b7e811e8891ccd42" providerId="LiveId" clId="{2482167B-ADD3-4E68-AB8B-ADE9CECE27D0}" dt="2026-09-18T13:12:08.046" v="891" actId="113"/>
          <ac:spMkLst>
            <pc:docMk/>
            <pc:sldMk cId="827512160" sldId="271"/>
            <ac:spMk id="3" creationId="{1A760ECA-09E3-F63D-E9B1-DF234A936824}"/>
          </ac:spMkLst>
        </pc:spChg>
        <pc:spChg chg="mod">
          <ac:chgData name="Norbey Muñoz" userId="b7e811e8891ccd42" providerId="LiveId" clId="{2482167B-ADD3-4E68-AB8B-ADE9CECE27D0}" dt="2026-09-18T13:11:36.120" v="884" actId="20577"/>
          <ac:spMkLst>
            <pc:docMk/>
            <pc:sldMk cId="827512160" sldId="271"/>
            <ac:spMk id="72" creationId="{46BBCC0D-F8A3-ED12-C677-8DE3F02682CA}"/>
          </ac:spMkLst>
        </pc:spChg>
        <pc:picChg chg="add del mod">
          <ac:chgData name="Norbey Muñoz" userId="b7e811e8891ccd42" providerId="LiveId" clId="{2482167B-ADD3-4E68-AB8B-ADE9CECE27D0}" dt="2026-09-18T13:11:32.253" v="875" actId="478"/>
          <ac:picMkLst>
            <pc:docMk/>
            <pc:sldMk cId="827512160" sldId="271"/>
            <ac:picMk id="4" creationId="{CCB01688-DA07-1A69-476B-9FB640F6E3C0}"/>
          </ac:picMkLst>
        </pc:picChg>
        <pc:picChg chg="add del mod">
          <ac:chgData name="Norbey Muñoz" userId="b7e811e8891ccd42" providerId="LiveId" clId="{2482167B-ADD3-4E68-AB8B-ADE9CECE27D0}" dt="2026-09-18T13:11:33.079" v="876" actId="478"/>
          <ac:picMkLst>
            <pc:docMk/>
            <pc:sldMk cId="827512160" sldId="271"/>
            <ac:picMk id="6" creationId="{3D31FA41-B342-6538-8F4F-30D37D0E2383}"/>
          </ac:picMkLst>
        </pc:picChg>
      </pc:sldChg>
      <pc:sldChg chg="addSp delSp modSp add mod">
        <pc:chgData name="Norbey Muñoz" userId="b7e811e8891ccd42" providerId="LiveId" clId="{2482167B-ADD3-4E68-AB8B-ADE9CECE27D0}" dt="2026-09-18T13:14:29.070" v="903" actId="1076"/>
        <pc:sldMkLst>
          <pc:docMk/>
          <pc:sldMk cId="25977053" sldId="272"/>
        </pc:sldMkLst>
        <pc:spChg chg="mod">
          <ac:chgData name="Norbey Muñoz" userId="b7e811e8891ccd42" providerId="LiveId" clId="{2482167B-ADD3-4E68-AB8B-ADE9CECE27D0}" dt="2026-09-18T13:14:22.603" v="899" actId="20577"/>
          <ac:spMkLst>
            <pc:docMk/>
            <pc:sldMk cId="25977053" sldId="272"/>
            <ac:spMk id="72" creationId="{3AC77E1B-B7C6-50EE-EEBB-C018E58CA41E}"/>
          </ac:spMkLst>
        </pc:spChg>
        <pc:picChg chg="add del">
          <ac:chgData name="Norbey Muñoz" userId="b7e811e8891ccd42" providerId="LiveId" clId="{2482167B-ADD3-4E68-AB8B-ADE9CECE27D0}" dt="2026-09-18T13:14:24.036" v="900" actId="478"/>
          <ac:picMkLst>
            <pc:docMk/>
            <pc:sldMk cId="25977053" sldId="272"/>
            <ac:picMk id="3" creationId="{76E81C63-9433-B76A-CB2C-ABA80367ECBB}"/>
          </ac:picMkLst>
        </pc:picChg>
        <pc:picChg chg="add mod">
          <ac:chgData name="Norbey Muñoz" userId="b7e811e8891ccd42" providerId="LiveId" clId="{2482167B-ADD3-4E68-AB8B-ADE9CECE27D0}" dt="2026-09-18T13:14:29.070" v="903" actId="1076"/>
          <ac:picMkLst>
            <pc:docMk/>
            <pc:sldMk cId="25977053" sldId="272"/>
            <ac:picMk id="4" creationId="{57CA9083-F28A-9BF2-80CD-CCA1A935BFB8}"/>
          </ac:picMkLst>
        </pc:picChg>
      </pc:sldChg>
      <pc:sldChg chg="addSp delSp modSp add mod">
        <pc:chgData name="Norbey Muñoz" userId="b7e811e8891ccd42" providerId="LiveId" clId="{2482167B-ADD3-4E68-AB8B-ADE9CECE27D0}" dt="2026-09-18T13:31:44.318" v="970" actId="20577"/>
        <pc:sldMkLst>
          <pc:docMk/>
          <pc:sldMk cId="395993241" sldId="273"/>
        </pc:sldMkLst>
        <pc:spChg chg="add mod">
          <ac:chgData name="Norbey Muñoz" userId="b7e811e8891ccd42" providerId="LiveId" clId="{2482167B-ADD3-4E68-AB8B-ADE9CECE27D0}" dt="2026-09-18T13:31:44.318" v="970" actId="20577"/>
          <ac:spMkLst>
            <pc:docMk/>
            <pc:sldMk cId="395993241" sldId="273"/>
            <ac:spMk id="3" creationId="{AB04AC7E-1DFB-38B8-8BBA-D3F4024CC528}"/>
          </ac:spMkLst>
        </pc:spChg>
        <pc:spChg chg="mod">
          <ac:chgData name="Norbey Muñoz" userId="b7e811e8891ccd42" providerId="LiveId" clId="{2482167B-ADD3-4E68-AB8B-ADE9CECE27D0}" dt="2026-09-18T13:19:22.608" v="939" actId="20577"/>
          <ac:spMkLst>
            <pc:docMk/>
            <pc:sldMk cId="395993241" sldId="273"/>
            <ac:spMk id="72" creationId="{71470192-3CF9-79C8-FE27-6CBB1354B097}"/>
          </ac:spMkLst>
        </pc:spChg>
        <pc:picChg chg="add del mod">
          <ac:chgData name="Norbey Muñoz" userId="b7e811e8891ccd42" providerId="LiveId" clId="{2482167B-ADD3-4E68-AB8B-ADE9CECE27D0}" dt="2026-09-18T13:19:24.219" v="940" actId="478"/>
          <ac:picMkLst>
            <pc:docMk/>
            <pc:sldMk cId="395993241" sldId="273"/>
            <ac:picMk id="4" creationId="{90D3FDDB-34ED-0CE4-FD7E-05B0C025683F}"/>
          </ac:picMkLst>
        </pc:picChg>
        <pc:picChg chg="add del mod">
          <ac:chgData name="Norbey Muñoz" userId="b7e811e8891ccd42" providerId="LiveId" clId="{2482167B-ADD3-4E68-AB8B-ADE9CECE27D0}" dt="2026-09-18T13:19:24.674" v="941" actId="478"/>
          <ac:picMkLst>
            <pc:docMk/>
            <pc:sldMk cId="395993241" sldId="273"/>
            <ac:picMk id="6" creationId="{AE2BDBCA-9F26-7477-BA35-21E6C619D3F0}"/>
          </ac:picMkLst>
        </pc:picChg>
      </pc:sldChg>
      <pc:sldChg chg="addSp delSp modSp add del mod delAnim">
        <pc:chgData name="Norbey Muñoz" userId="b7e811e8891ccd42" providerId="LiveId" clId="{2482167B-ADD3-4E68-AB8B-ADE9CECE27D0}" dt="2026-09-18T13:30:29.515" v="943" actId="47"/>
        <pc:sldMkLst>
          <pc:docMk/>
          <pc:sldMk cId="1886014766" sldId="274"/>
        </pc:sldMkLst>
      </pc:sldChg>
      <pc:sldChg chg="addSp delSp modSp add del mod">
        <pc:chgData name="Norbey Muñoz" userId="b7e811e8891ccd42" providerId="LiveId" clId="{2482167B-ADD3-4E68-AB8B-ADE9CECE27D0}" dt="2026-09-18T13:30:30.497" v="947" actId="47"/>
        <pc:sldMkLst>
          <pc:docMk/>
          <pc:sldMk cId="1496518696" sldId="275"/>
        </pc:sldMkLst>
      </pc:sldChg>
      <pc:sldChg chg="modSp add del mod">
        <pc:chgData name="Norbey Muñoz" userId="b7e811e8891ccd42" providerId="LiveId" clId="{2482167B-ADD3-4E68-AB8B-ADE9CECE27D0}" dt="2026-09-18T13:30:30.893" v="949" actId="47"/>
        <pc:sldMkLst>
          <pc:docMk/>
          <pc:sldMk cId="1706802074" sldId="276"/>
        </pc:sldMkLst>
      </pc:sldChg>
      <pc:sldChg chg="addSp delSp modSp add del mod">
        <pc:chgData name="Norbey Muñoz" userId="b7e811e8891ccd42" providerId="LiveId" clId="{2482167B-ADD3-4E68-AB8B-ADE9CECE27D0}" dt="2026-09-18T13:30:31.518" v="952" actId="47"/>
        <pc:sldMkLst>
          <pc:docMk/>
          <pc:sldMk cId="595672670" sldId="278"/>
        </pc:sldMkLst>
      </pc:sldChg>
      <pc:sldChg chg="addSp delSp modSp add del mod ord modAnim">
        <pc:chgData name="Norbey Muñoz" userId="b7e811e8891ccd42" providerId="LiveId" clId="{2482167B-ADD3-4E68-AB8B-ADE9CECE27D0}" dt="2026-09-18T13:30:31.772" v="953" actId="47"/>
        <pc:sldMkLst>
          <pc:docMk/>
          <pc:sldMk cId="3287779250" sldId="279"/>
        </pc:sldMkLst>
      </pc:sldChg>
      <pc:sldChg chg="addSp delSp modSp add del mod">
        <pc:chgData name="Norbey Muñoz" userId="b7e811e8891ccd42" providerId="LiveId" clId="{2482167B-ADD3-4E68-AB8B-ADE9CECE27D0}" dt="2026-09-18T13:30:32.098" v="954" actId="47"/>
        <pc:sldMkLst>
          <pc:docMk/>
          <pc:sldMk cId="4169610147" sldId="280"/>
        </pc:sldMkLst>
      </pc:sldChg>
      <pc:sldChg chg="addSp delSp modSp add del mod">
        <pc:chgData name="Norbey Muñoz" userId="b7e811e8891ccd42" providerId="LiveId" clId="{2482167B-ADD3-4E68-AB8B-ADE9CECE27D0}" dt="2026-09-18T13:30:32.698" v="956" actId="47"/>
        <pc:sldMkLst>
          <pc:docMk/>
          <pc:sldMk cId="2543335271" sldId="281"/>
        </pc:sldMkLst>
      </pc:sldChg>
      <pc:sldChg chg="addSp delSp modSp add del mod">
        <pc:chgData name="Norbey Muñoz" userId="b7e811e8891ccd42" providerId="LiveId" clId="{2482167B-ADD3-4E68-AB8B-ADE9CECE27D0}" dt="2026-09-18T13:30:33.464" v="958" actId="47"/>
        <pc:sldMkLst>
          <pc:docMk/>
          <pc:sldMk cId="1670396642" sldId="282"/>
        </pc:sldMkLst>
      </pc:sldChg>
      <pc:sldChg chg="addSp delSp modSp add mod">
        <pc:chgData name="Norbey Muñoz" userId="b7e811e8891ccd42" providerId="LiveId" clId="{2482167B-ADD3-4E68-AB8B-ADE9CECE27D0}" dt="2026-09-18T13:15:01.791" v="908" actId="1076"/>
        <pc:sldMkLst>
          <pc:docMk/>
          <pc:sldMk cId="188714026" sldId="283"/>
        </pc:sldMkLst>
        <pc:picChg chg="add mod">
          <ac:chgData name="Norbey Muñoz" userId="b7e811e8891ccd42" providerId="LiveId" clId="{2482167B-ADD3-4E68-AB8B-ADE9CECE27D0}" dt="2026-09-18T13:15:01.791" v="908" actId="1076"/>
          <ac:picMkLst>
            <pc:docMk/>
            <pc:sldMk cId="188714026" sldId="283"/>
            <ac:picMk id="3" creationId="{12F6D3CE-874F-805F-57A8-433FD3895D4E}"/>
          </ac:picMkLst>
        </pc:picChg>
        <pc:picChg chg="del">
          <ac:chgData name="Norbey Muñoz" userId="b7e811e8891ccd42" providerId="LiveId" clId="{2482167B-ADD3-4E68-AB8B-ADE9CECE27D0}" dt="2026-09-18T13:14:48.424" v="905" actId="478"/>
          <ac:picMkLst>
            <pc:docMk/>
            <pc:sldMk cId="188714026" sldId="283"/>
            <ac:picMk id="4" creationId="{F1AB63D6-C464-7446-20BE-A34C6D3D3E0D}"/>
          </ac:picMkLst>
        </pc:picChg>
      </pc:sldChg>
      <pc:sldChg chg="modSp add mod">
        <pc:chgData name="Norbey Muñoz" userId="b7e811e8891ccd42" providerId="LiveId" clId="{2482167B-ADD3-4E68-AB8B-ADE9CECE27D0}" dt="2026-09-18T13:32:40.564" v="994" actId="404"/>
        <pc:sldMkLst>
          <pc:docMk/>
          <pc:sldMk cId="2158896621" sldId="284"/>
        </pc:sldMkLst>
        <pc:spChg chg="mod">
          <ac:chgData name="Norbey Muñoz" userId="b7e811e8891ccd42" providerId="LiveId" clId="{2482167B-ADD3-4E68-AB8B-ADE9CECE27D0}" dt="2026-09-18T13:32:40.564" v="994" actId="404"/>
          <ac:spMkLst>
            <pc:docMk/>
            <pc:sldMk cId="2158896621" sldId="284"/>
            <ac:spMk id="3" creationId="{BA897345-3A52-7DAE-F0BB-7323177E1145}"/>
          </ac:spMkLst>
        </pc:spChg>
      </pc:sldChg>
      <pc:sldMasterChg chg="delSldLayout">
        <pc:chgData name="Norbey Muñoz" userId="b7e811e8891ccd42" providerId="LiveId" clId="{2482167B-ADD3-4E68-AB8B-ADE9CECE27D0}" dt="2026-09-18T13:30:33.464" v="958" actId="47"/>
        <pc:sldMasterMkLst>
          <pc:docMk/>
          <pc:sldMasterMk cId="0" sldId="2147483648"/>
        </pc:sldMasterMkLst>
        <pc:sldLayoutChg chg="del">
          <pc:chgData name="Norbey Muñoz" userId="b7e811e8891ccd42" providerId="LiveId" clId="{2482167B-ADD3-4E68-AB8B-ADE9CECE27D0}" dt="2026-09-18T13:30:29.515" v="943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Norbey Muñoz" userId="b7e811e8891ccd42" providerId="LiveId" clId="{2482167B-ADD3-4E68-AB8B-ADE9CECE27D0}" dt="2026-09-18T13:30:33.464" v="958" actId="47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Norbey Muñoz" userId="b7e811e8891ccd42" providerId="LiveId" clId="{2482167B-ADD3-4E68-AB8B-ADE9CECE27D0}" dt="2026-09-18T13:30:30.893" v="949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Norbey Muñoz" userId="b7e811e8891ccd42" providerId="LiveId" clId="{2482167B-ADD3-4E68-AB8B-ADE9CECE27D0}" dt="2026-09-18T13:30:30.497" v="947" actId="47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41b6bb5f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41b6bb5f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CC106B5-7A9E-2412-54DB-66DA76BE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C94AFF07-29B0-54BC-9207-068EFFA017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58AD62F3-E866-69E7-EC52-DCD7213A8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4092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BB1C21B-B34A-631C-9A72-3B6E3159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3D3456BD-DE9B-2F35-96D1-8DCA8BE42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11E5DFBA-E796-7BA5-00DD-273F983F3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039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3F18A45-38F9-0827-00F1-C5B67125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2F08BDA5-F47B-8CA1-BDE5-F866635001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5B1820D4-2CAC-4512-985F-F5CECBCFF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734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A039F73-F054-CEC1-F827-D114BF63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6C5E5C14-FB41-5024-E3ED-3FC2C2DA7B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BB351416-D63B-797B-DFF9-298147F1C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738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1261DDB-ECBC-4780-D44E-D6661CCA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35FB061F-817E-0172-182C-9FED8B055A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19CDA440-B24D-07E3-40DF-7E3435530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3394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71B83C1-08C8-876B-9759-D14753E60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0EC8D43C-A280-30A0-7B2B-28C915395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7D058B9B-D278-3356-2A9B-51283F7C3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053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419d0e8f5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2e419d0e8f5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e41b6bb5fe_0_443"/>
          <p:cNvSpPr/>
          <p:nvPr/>
        </p:nvSpPr>
        <p:spPr>
          <a:xfrm>
            <a:off x="3665400" y="998400"/>
            <a:ext cx="4861200" cy="486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g2e41b6bb5fe_0_443"/>
          <p:cNvSpPr/>
          <p:nvPr/>
        </p:nvSpPr>
        <p:spPr>
          <a:xfrm>
            <a:off x="3990600" y="1323600"/>
            <a:ext cx="4210800" cy="42108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g2e41b6bb5fe_0_443"/>
          <p:cNvSpPr txBox="1">
            <a:spLocks noGrp="1"/>
          </p:cNvSpPr>
          <p:nvPr>
            <p:ph type="ctrTitle"/>
          </p:nvPr>
        </p:nvSpPr>
        <p:spPr>
          <a:xfrm>
            <a:off x="4128333" y="2169600"/>
            <a:ext cx="3935100" cy="211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" name="Google Shape;13;g2e41b6bb5fe_0_443"/>
          <p:cNvSpPr txBox="1">
            <a:spLocks noGrp="1"/>
          </p:cNvSpPr>
          <p:nvPr>
            <p:ph type="subTitle" idx="1"/>
          </p:nvPr>
        </p:nvSpPr>
        <p:spPr>
          <a:xfrm>
            <a:off x="4128483" y="4355907"/>
            <a:ext cx="3935100" cy="935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4" name="Google Shape;14;g2e41b6bb5fe_0_443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2e41b6bb5fe_0_449"/>
          <p:cNvSpPr txBox="1">
            <a:spLocks noGrp="1"/>
          </p:cNvSpPr>
          <p:nvPr>
            <p:ph type="title"/>
          </p:nvPr>
        </p:nvSpPr>
        <p:spPr>
          <a:xfrm>
            <a:off x="679400" y="1898500"/>
            <a:ext cx="10833300" cy="23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g2e41b6bb5fe_0_44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2e41b6bb5fe_0_452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g2e41b6bb5fe_0_452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e41b6bb5fe_0_45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g2e41b6bb5fe_0_452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e41b6bb5fe_0_462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2e41b6bb5fe_0_462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e41b6bb5fe_0_469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g2e41b6bb5fe_0_46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e41b6bb5fe_0_479"/>
          <p:cNvSpPr txBox="1">
            <a:spLocks noGrp="1"/>
          </p:cNvSpPr>
          <p:nvPr>
            <p:ph type="body" idx="1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2e41b6bb5fe_0_47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e41b6bb5fe_0_482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2e41b6bb5fe_0_482"/>
          <p:cNvSpPr txBox="1">
            <a:spLocks noGrp="1"/>
          </p:cNvSpPr>
          <p:nvPr>
            <p:ph type="title" hasCustomPrompt="1"/>
          </p:nvPr>
        </p:nvSpPr>
        <p:spPr>
          <a:xfrm>
            <a:off x="415600" y="1644133"/>
            <a:ext cx="11360700" cy="214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g2e41b6bb5fe_0_482"/>
          <p:cNvSpPr txBox="1">
            <a:spLocks noGrp="1"/>
          </p:cNvSpPr>
          <p:nvPr>
            <p:ph type="body" idx="1"/>
          </p:nvPr>
        </p:nvSpPr>
        <p:spPr>
          <a:xfrm>
            <a:off x="415600" y="3892600"/>
            <a:ext cx="11360700" cy="142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2e41b6bb5fe_0_482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e41b6bb5fe_0_439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g2e41b6bb5fe_0_43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g2e41b6bb5fe_0_43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4128333" y="2169600"/>
            <a:ext cx="3935100" cy="21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br>
              <a:rPr lang="es-CO" dirty="0"/>
            </a:br>
            <a:r>
              <a:rPr lang="es-CO" dirty="0"/>
              <a:t>Introducción a los patrones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41b6bb5fe_0_489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Patrón de diseño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A13FAB-AFA7-0825-39ED-B988995F8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265" y="1711043"/>
            <a:ext cx="5673470" cy="34359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Patrón de diseño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9B87F5-BBBB-FC00-6FA9-8AF49251F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701" y="1564223"/>
            <a:ext cx="5052498" cy="45114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59C2385-EF43-AB8D-F2A6-85235EFB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4E297FB-68AE-6DC9-BD35-D74E87071E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Clasificación de los patrones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27052-2B78-26D5-2D7E-EC71A5BF2916}"/>
              </a:ext>
            </a:extLst>
          </p:cNvPr>
          <p:cNvSpPr txBox="1"/>
          <p:nvPr/>
        </p:nvSpPr>
        <p:spPr>
          <a:xfrm>
            <a:off x="1411281" y="1720840"/>
            <a:ext cx="93693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Los patrones varían en complejidad, nivel de detalle y alcance dentro del sistema.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s-CO" sz="1800" dirty="0">
              <a:solidFill>
                <a:schemeClr val="accent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Analogía: hacer más segura una intersección vial se puede lograr con algo simple (un semáforo) o con algo mayor (un intercambiador de varios niveles con pasos peatonales subterráneos). Los patrones de diseño funcionan igual: hay soluciones puntuales y soluciones estructurales.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s-CO" sz="1800" dirty="0">
              <a:solidFill>
                <a:schemeClr val="accent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CO" sz="1800" b="1" dirty="0" err="1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Idioms</a:t>
            </a: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patrones de bajo nivel, específicos de un lenguaje de programación.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s-CO" sz="1800" dirty="0">
              <a:solidFill>
                <a:schemeClr val="accent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CO" sz="1800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Patrones de arquitectura</a:t>
            </a: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patrones de alto nivel y universales, aplicables en cualquier lenguaje; a diferencia de los demás, permiten diseñar la arquitectura completa de una aplicación.</a:t>
            </a:r>
          </a:p>
        </p:txBody>
      </p:sp>
    </p:spTree>
    <p:extLst>
      <p:ext uri="{BB962C8B-B14F-4D97-AF65-F5344CB8AC3E}">
        <p14:creationId xmlns:p14="http://schemas.microsoft.com/office/powerpoint/2010/main" val="322014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9F06C02-29E6-F1BE-DC3E-3AAE6477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6BBCC0D-F8A3-ED12-C677-8DE3F02682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Patrones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60ECA-09E3-F63D-E9B1-DF234A936824}"/>
              </a:ext>
            </a:extLst>
          </p:cNvPr>
          <p:cNvSpPr txBox="1"/>
          <p:nvPr/>
        </p:nvSpPr>
        <p:spPr>
          <a:xfrm>
            <a:off x="1411281" y="1720840"/>
            <a:ext cx="93693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Los </a:t>
            </a:r>
            <a:r>
              <a:rPr lang="es-CO" sz="1800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patrones creacionales </a:t>
            </a: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proporcionan mecanismos de creación de objetos que incrementan la flexibilidad y la reutilización de código existente.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s-CO" sz="1800" dirty="0">
              <a:solidFill>
                <a:schemeClr val="accent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Los </a:t>
            </a:r>
            <a:r>
              <a:rPr lang="es-CO" sz="1800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patrones estructurales </a:t>
            </a: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explican cómo ensamblar objetos y clases en estructuras más grandes a la vez que se mantiene la flexibilidad y eficiencia de la estructura.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s-CO" sz="1800" dirty="0">
              <a:solidFill>
                <a:schemeClr val="accent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Los </a:t>
            </a:r>
            <a:r>
              <a:rPr lang="es-CO" sz="1800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patrones de comportamiento </a:t>
            </a: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 encargan de una comunicación efectiva y la asignación de responsabilidades entre objetos.</a:t>
            </a:r>
          </a:p>
        </p:txBody>
      </p:sp>
    </p:spTree>
    <p:extLst>
      <p:ext uri="{BB962C8B-B14F-4D97-AF65-F5344CB8AC3E}">
        <p14:creationId xmlns:p14="http://schemas.microsoft.com/office/powerpoint/2010/main" val="827512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A279407-31F9-7B57-0241-92E4E6DE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AC77E1B-B7C6-50EE-EEBB-C018E58CA4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Patrones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A9083-F28A-9BF2-80CD-CCA1A935B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742" y="2327155"/>
            <a:ext cx="5010515" cy="230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BA3A010-0E44-0A50-28D2-556D814F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170C0D8C-C299-5909-497A-5B6F4E2F18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Patrones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F6D3CE-874F-805F-57A8-433FD3895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756" y="1761070"/>
            <a:ext cx="5952488" cy="389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4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C031893-CCCF-FD43-E7A8-EE61F543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71470192-3CF9-79C8-FE27-6CBB1354B0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Características del buen diseño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4AC7E-1DFB-38B8-8BBA-D3F4024CC528}"/>
              </a:ext>
            </a:extLst>
          </p:cNvPr>
          <p:cNvSpPr txBox="1"/>
          <p:nvPr/>
        </p:nvSpPr>
        <p:spPr>
          <a:xfrm>
            <a:off x="1411281" y="1720840"/>
            <a:ext cx="936933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just">
              <a:buFont typeface="Arial" panose="020B0604020202020204" pitchFamily="34" charset="0"/>
              <a:buChar char="•"/>
              <a:defRPr sz="180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indent="0">
              <a:buNone/>
            </a:pPr>
            <a:r>
              <a:rPr lang="es-CO" b="1" dirty="0"/>
              <a:t>Reutilización de código</a:t>
            </a:r>
          </a:p>
          <a:p>
            <a:pPr marL="0" indent="0">
              <a:buNone/>
            </a:pPr>
            <a:endParaRPr lang="es-CO" b="1" dirty="0"/>
          </a:p>
          <a:p>
            <a:r>
              <a:rPr lang="es-CO" dirty="0"/>
              <a:t>Costos y tiempo son dos de los parámetros más valiosos al desarrollar software: menos tiempo significa llegar antes al mercado, y menos costos dejan más recursos para marketing y alcance de clientes.</a:t>
            </a:r>
          </a:p>
          <a:p>
            <a:endParaRPr lang="es-CO" dirty="0"/>
          </a:p>
          <a:p>
            <a:r>
              <a:rPr lang="es-CO" dirty="0"/>
              <a:t>Reutilizar código existente en lugar de reescribirlo es una de las formas más comunes de reducir costos.</a:t>
            </a:r>
          </a:p>
          <a:p>
            <a:endParaRPr lang="es-CO" dirty="0"/>
          </a:p>
          <a:p>
            <a:r>
              <a:rPr lang="es-CO" dirty="0"/>
              <a:t>En la práctica, el código existente suele ser difícil de reutilizar en un nuevo contexto por acoplamientos fuertes, dependencias de clases concretas en lugar de interfaces, y operaciones incrustadas en el código.</a:t>
            </a:r>
          </a:p>
          <a:p>
            <a:endParaRPr lang="es-CO" dirty="0"/>
          </a:p>
          <a:p>
            <a:r>
              <a:rPr lang="es-CO" dirty="0"/>
              <a:t>Todo esto reduce la flexibilidad del código, que es justamente lo que los patrones de diseño buscan mejorar.</a:t>
            </a:r>
          </a:p>
        </p:txBody>
      </p:sp>
    </p:spTree>
    <p:extLst>
      <p:ext uri="{BB962C8B-B14F-4D97-AF65-F5344CB8AC3E}">
        <p14:creationId xmlns:p14="http://schemas.microsoft.com/office/powerpoint/2010/main" val="39599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9FA3BB2-0C18-55E2-1467-02473A2C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1DF0FF18-D7D8-00CB-BF27-774A74FB3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Características del buen diseño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97345-3A52-7DAE-F0BB-7323177E1145}"/>
              </a:ext>
            </a:extLst>
          </p:cNvPr>
          <p:cNvSpPr txBox="1"/>
          <p:nvPr/>
        </p:nvSpPr>
        <p:spPr>
          <a:xfrm>
            <a:off x="1411281" y="1720840"/>
            <a:ext cx="9369337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s-CO" sz="1800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Extensibilidad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s-CO" sz="1800" dirty="0">
              <a:solidFill>
                <a:schemeClr val="accent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 cambio es lo único constante en la vida de un programador (ejemplos: pasar de Windows a macOS, de botones cuadrados a redondos, agregar pedidos por teléfono a un e-</a:t>
            </a:r>
            <a:r>
              <a:rPr lang="es-CO" sz="1800" dirty="0" err="1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commerce</a:t>
            </a: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endParaRPr lang="es-CO" sz="1800" dirty="0">
              <a:solidFill>
                <a:schemeClr val="accent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Razón 1: el problema se entiende mejor una vez se empieza a resolver, por lo que la primera versión casi siempre queda corta.</a:t>
            </a:r>
          </a:p>
          <a:p>
            <a:pPr lvl="3" algn="just"/>
            <a:endParaRPr lang="es-CO" dirty="0">
              <a:solidFill>
                <a:schemeClr val="accent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3" indent="-342900" algn="just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Razón 2: cosas fuera de tu control cambian (ej. navegadores dejando de soportar Flash), obligando a migrar el código.</a:t>
            </a:r>
          </a:p>
          <a:p>
            <a:pPr lvl="3" algn="just"/>
            <a:endParaRPr lang="es-CO" dirty="0">
              <a:solidFill>
                <a:schemeClr val="accent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3" indent="-342900" algn="just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Razón 3: "los postes de la portería se mueven": los clientes piden más cambios justamente porque la primera versión les demostró que era posible pedir más.</a:t>
            </a:r>
          </a:p>
          <a:p>
            <a:pPr lvl="0" algn="just"/>
            <a:endParaRPr lang="es-CO" sz="1800" dirty="0">
              <a:solidFill>
                <a:schemeClr val="accent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 eso los desarrolladores experimentados diseñan la arquitectura pensando en el cambio futuro, no solo en el requisito actual.</a:t>
            </a:r>
          </a:p>
        </p:txBody>
      </p:sp>
    </p:spTree>
    <p:extLst>
      <p:ext uri="{BB962C8B-B14F-4D97-AF65-F5344CB8AC3E}">
        <p14:creationId xmlns:p14="http://schemas.microsoft.com/office/powerpoint/2010/main" val="2158896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419d0e8f5_0_207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023"/>
              <a:buNone/>
            </a:pPr>
            <a:r>
              <a:rPr lang="es-CO"/>
              <a:t>Referencias</a:t>
            </a:r>
            <a:endParaRPr/>
          </a:p>
        </p:txBody>
      </p:sp>
      <p:sp>
        <p:nvSpPr>
          <p:cNvPr id="158" name="Google Shape;158;g2e419d0e8f5_0_20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O" dirty="0"/>
              <a:t>Shvets, A (2023). Sumérgete en los Patrones de diseño. </a:t>
            </a:r>
            <a:r>
              <a:rPr lang="es-CO" dirty="0" err="1"/>
              <a:t>Refactoring.Guru</a:t>
            </a:r>
            <a:r>
              <a:rPr lang="es-CO" dirty="0"/>
              <a:t>.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465</Words>
  <Application>Microsoft Office PowerPoint</Application>
  <PresentationFormat>Widescreen</PresentationFormat>
  <Paragraphs>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Playfair Display</vt:lpstr>
      <vt:lpstr>Arial</vt:lpstr>
      <vt:lpstr>Play</vt:lpstr>
      <vt:lpstr>Lato</vt:lpstr>
      <vt:lpstr>Coral</vt:lpstr>
      <vt:lpstr> Introducción a los patrones</vt:lpstr>
      <vt:lpstr>Patrón de diseño</vt:lpstr>
      <vt:lpstr>Patrón de diseño</vt:lpstr>
      <vt:lpstr>Clasificación de los patrones</vt:lpstr>
      <vt:lpstr>Patrones</vt:lpstr>
      <vt:lpstr>Patrones</vt:lpstr>
      <vt:lpstr>Patrones</vt:lpstr>
      <vt:lpstr>Características del buen diseño</vt:lpstr>
      <vt:lpstr>Características del buen diseño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SEBASTIAN CAMILO VANEGAS AYALA</dc:creator>
  <cp:lastModifiedBy>Norbey Muñoz</cp:lastModifiedBy>
  <cp:revision>1</cp:revision>
  <dcterms:created xsi:type="dcterms:W3CDTF">2025-03-12T13:25:14Z</dcterms:created>
  <dcterms:modified xsi:type="dcterms:W3CDTF">2026-09-18T13:32:48Z</dcterms:modified>
</cp:coreProperties>
</file>